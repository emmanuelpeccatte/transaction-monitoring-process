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33A47-9E5A-410E-B527-9EAE1A7ADE71}" v="10" dt="2026-02-19T17:06:0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089D6-7F20-4049-8DA9-887411CF45F7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88A6A355-E750-427C-AAC4-A68577A20544}">
      <dgm:prSet phldrT="[Text]" phldr="0"/>
      <dgm:spPr/>
      <dgm:t>
        <a:bodyPr/>
        <a:lstStyle/>
        <a:p>
          <a:r>
            <a:rPr lang="en-US" noProof="0" dirty="0"/>
            <a:t>Transaction Request</a:t>
          </a:r>
        </a:p>
      </dgm:t>
    </dgm:pt>
    <dgm:pt modelId="{7E3EA5D6-BF43-46F7-81A0-9704A7994A9A}" type="parTrans" cxnId="{9E082672-BADB-49FB-B9C4-C6C43BF72C68}">
      <dgm:prSet/>
      <dgm:spPr/>
      <dgm:t>
        <a:bodyPr/>
        <a:lstStyle/>
        <a:p>
          <a:endParaRPr lang="en-GB"/>
        </a:p>
      </dgm:t>
    </dgm:pt>
    <dgm:pt modelId="{6CC398AE-C281-480F-AA17-FD51CBDC4BB2}" type="sibTrans" cxnId="{9E082672-BADB-49FB-B9C4-C6C43BF72C68}">
      <dgm:prSet/>
      <dgm:spPr/>
      <dgm:t>
        <a:bodyPr/>
        <a:lstStyle/>
        <a:p>
          <a:endParaRPr lang="en-GB"/>
        </a:p>
      </dgm:t>
    </dgm:pt>
    <dgm:pt modelId="{1A341105-740E-4292-91FF-50284CBBEEDB}">
      <dgm:prSet phldrT="[Text]" phldr="0"/>
      <dgm:spPr/>
      <dgm:t>
        <a:bodyPr/>
        <a:lstStyle/>
        <a:p>
          <a:r>
            <a:rPr lang="en-US" noProof="0" dirty="0"/>
            <a:t>PEP</a:t>
          </a:r>
        </a:p>
      </dgm:t>
    </dgm:pt>
    <dgm:pt modelId="{847E0392-C15B-4096-BB0A-2059B1C128D7}" type="parTrans" cxnId="{F94DBAE8-EDCB-40B1-9339-B3B6F675C6C7}">
      <dgm:prSet/>
      <dgm:spPr/>
      <dgm:t>
        <a:bodyPr/>
        <a:lstStyle/>
        <a:p>
          <a:endParaRPr lang="en-GB"/>
        </a:p>
      </dgm:t>
    </dgm:pt>
    <dgm:pt modelId="{4DC30CEF-1CD2-40A6-BA17-598B92018CD9}" type="sibTrans" cxnId="{F94DBAE8-EDCB-40B1-9339-B3B6F675C6C7}">
      <dgm:prSet/>
      <dgm:spPr/>
      <dgm:t>
        <a:bodyPr/>
        <a:lstStyle/>
        <a:p>
          <a:endParaRPr lang="en-GB"/>
        </a:p>
      </dgm:t>
    </dgm:pt>
    <dgm:pt modelId="{6EEC38E1-8C21-4C5A-9A91-92FCA9D299A3}">
      <dgm:prSet phldrT="[Text]" phldr="0"/>
      <dgm:spPr/>
      <dgm:t>
        <a:bodyPr/>
        <a:lstStyle/>
        <a:p>
          <a:r>
            <a:rPr lang="en-US" noProof="0" dirty="0"/>
            <a:t>No PEP</a:t>
          </a:r>
        </a:p>
      </dgm:t>
    </dgm:pt>
    <dgm:pt modelId="{026CDA80-376D-4530-83F9-CC6A4D984FD3}" type="parTrans" cxnId="{8412B866-DCCB-42C7-B366-19073255CFBE}">
      <dgm:prSet/>
      <dgm:spPr/>
      <dgm:t>
        <a:bodyPr/>
        <a:lstStyle/>
        <a:p>
          <a:endParaRPr lang="en-GB"/>
        </a:p>
      </dgm:t>
    </dgm:pt>
    <dgm:pt modelId="{05843A98-A242-40EC-B387-AA459DF98173}" type="sibTrans" cxnId="{8412B866-DCCB-42C7-B366-19073255CFBE}">
      <dgm:prSet/>
      <dgm:spPr/>
      <dgm:t>
        <a:bodyPr/>
        <a:lstStyle/>
        <a:p>
          <a:endParaRPr lang="en-GB"/>
        </a:p>
      </dgm:t>
    </dgm:pt>
    <dgm:pt modelId="{18C8AA20-A0A4-464A-882F-A041B8A09931}">
      <dgm:prSet phldrT="[Text]" phldr="0"/>
      <dgm:spPr/>
      <dgm:t>
        <a:bodyPr/>
        <a:lstStyle/>
        <a:p>
          <a:r>
            <a:rPr lang="en-US" noProof="0" dirty="0"/>
            <a:t>Senior Approval/FIU filling</a:t>
          </a:r>
        </a:p>
      </dgm:t>
    </dgm:pt>
    <dgm:pt modelId="{DC68DD46-B8FB-4903-8642-DDE75127EBA6}" type="parTrans" cxnId="{D64D5CD9-5EE7-49EF-9A0A-EDB499A0BF60}">
      <dgm:prSet/>
      <dgm:spPr/>
      <dgm:t>
        <a:bodyPr/>
        <a:lstStyle/>
        <a:p>
          <a:endParaRPr lang="en-GB"/>
        </a:p>
      </dgm:t>
    </dgm:pt>
    <dgm:pt modelId="{5D88EF97-7F4B-46B6-8549-01F1B04C341D}" type="sibTrans" cxnId="{D64D5CD9-5EE7-49EF-9A0A-EDB499A0BF60}">
      <dgm:prSet/>
      <dgm:spPr/>
      <dgm:t>
        <a:bodyPr/>
        <a:lstStyle/>
        <a:p>
          <a:endParaRPr lang="en-GB"/>
        </a:p>
      </dgm:t>
    </dgm:pt>
    <dgm:pt modelId="{5855FAF7-F6D2-4674-A7A3-3D5D72FBC3C6}">
      <dgm:prSet phldrT="[Text]" phldr="0"/>
      <dgm:spPr/>
      <dgm:t>
        <a:bodyPr/>
        <a:lstStyle/>
        <a:p>
          <a:r>
            <a:rPr lang="en-US" noProof="0" dirty="0"/>
            <a:t>High-Risk country involved</a:t>
          </a:r>
        </a:p>
      </dgm:t>
    </dgm:pt>
    <dgm:pt modelId="{8862CC34-7816-4754-B5BC-5BB5486BA8EE}" type="parTrans" cxnId="{33CA2AA4-FA03-4398-ADD6-E956EFF7198A}">
      <dgm:prSet/>
      <dgm:spPr/>
      <dgm:t>
        <a:bodyPr/>
        <a:lstStyle/>
        <a:p>
          <a:endParaRPr lang="en-GB"/>
        </a:p>
      </dgm:t>
    </dgm:pt>
    <dgm:pt modelId="{B9014845-1EAD-4F5F-B33A-B68CAA87367A}" type="sibTrans" cxnId="{33CA2AA4-FA03-4398-ADD6-E956EFF7198A}">
      <dgm:prSet/>
      <dgm:spPr/>
      <dgm:t>
        <a:bodyPr/>
        <a:lstStyle/>
        <a:p>
          <a:endParaRPr lang="en-GB"/>
        </a:p>
      </dgm:t>
    </dgm:pt>
    <dgm:pt modelId="{D217AF5B-CAD7-44FD-B471-A3D29368BCBF}">
      <dgm:prSet phldrT="[Text]" phldr="0"/>
      <dgm:spPr/>
      <dgm:t>
        <a:bodyPr/>
        <a:lstStyle/>
        <a:p>
          <a:r>
            <a:rPr lang="en-US" noProof="0" dirty="0"/>
            <a:t>Senior Approval/FIU filling</a:t>
          </a:r>
        </a:p>
      </dgm:t>
    </dgm:pt>
    <dgm:pt modelId="{36642067-3B63-4D11-9189-449FD1FA8590}" type="parTrans" cxnId="{6FD44624-1059-4F8F-A35F-5B583C4739DA}">
      <dgm:prSet/>
      <dgm:spPr/>
      <dgm:t>
        <a:bodyPr/>
        <a:lstStyle/>
        <a:p>
          <a:endParaRPr lang="en-GB"/>
        </a:p>
      </dgm:t>
    </dgm:pt>
    <dgm:pt modelId="{AAC30917-AFA0-4A13-978B-6279C27988A9}" type="sibTrans" cxnId="{6FD44624-1059-4F8F-A35F-5B583C4739DA}">
      <dgm:prSet/>
      <dgm:spPr/>
      <dgm:t>
        <a:bodyPr/>
        <a:lstStyle/>
        <a:p>
          <a:endParaRPr lang="en-GB"/>
        </a:p>
      </dgm:t>
    </dgm:pt>
    <dgm:pt modelId="{7EC6BDB2-45FA-4082-BE94-F5153180BDCF}">
      <dgm:prSet phldrT="[Text]" phldr="0"/>
      <dgm:spPr/>
      <dgm:t>
        <a:bodyPr/>
        <a:lstStyle/>
        <a:p>
          <a:r>
            <a:rPr lang="en-US" noProof="0" dirty="0"/>
            <a:t>No High-Risk country involved</a:t>
          </a:r>
        </a:p>
      </dgm:t>
    </dgm:pt>
    <dgm:pt modelId="{51421A8E-8CCC-4E90-9C0F-8D4F88E9B126}" type="parTrans" cxnId="{9923F5BB-5B65-4B72-B4D1-4538C75E7004}">
      <dgm:prSet/>
      <dgm:spPr/>
      <dgm:t>
        <a:bodyPr/>
        <a:lstStyle/>
        <a:p>
          <a:endParaRPr lang="en-GB"/>
        </a:p>
      </dgm:t>
    </dgm:pt>
    <dgm:pt modelId="{EB9627C1-390C-49D9-A5A9-6DCAED7189D4}" type="sibTrans" cxnId="{9923F5BB-5B65-4B72-B4D1-4538C75E7004}">
      <dgm:prSet/>
      <dgm:spPr/>
      <dgm:t>
        <a:bodyPr/>
        <a:lstStyle/>
        <a:p>
          <a:endParaRPr lang="en-GB"/>
        </a:p>
      </dgm:t>
    </dgm:pt>
    <dgm:pt modelId="{E057B2D0-1C55-4EE6-9BAB-815A69AB481D}">
      <dgm:prSet phldrT="[Text]" phldr="0"/>
      <dgm:spPr/>
      <dgm:t>
        <a:bodyPr/>
        <a:lstStyle/>
        <a:p>
          <a:r>
            <a:rPr lang="en-US" noProof="0" dirty="0"/>
            <a:t>Suspicions pattern</a:t>
          </a:r>
        </a:p>
      </dgm:t>
    </dgm:pt>
    <dgm:pt modelId="{558ED2B4-35AB-43A3-9263-92B0B4C3C2E6}" type="parTrans" cxnId="{5CC97525-F8DD-4F0F-90DD-7F21B729F382}">
      <dgm:prSet/>
      <dgm:spPr/>
      <dgm:t>
        <a:bodyPr/>
        <a:lstStyle/>
        <a:p>
          <a:endParaRPr lang="en-GB"/>
        </a:p>
      </dgm:t>
    </dgm:pt>
    <dgm:pt modelId="{BFFB8AC3-529E-4034-BB74-6CD46E937A2F}" type="sibTrans" cxnId="{5CC97525-F8DD-4F0F-90DD-7F21B729F382}">
      <dgm:prSet/>
      <dgm:spPr/>
      <dgm:t>
        <a:bodyPr/>
        <a:lstStyle/>
        <a:p>
          <a:endParaRPr lang="en-GB"/>
        </a:p>
      </dgm:t>
    </dgm:pt>
    <dgm:pt modelId="{A79426DE-48CD-4655-A25A-4EA4AD55DF09}">
      <dgm:prSet phldrT="[Text]" phldr="0"/>
      <dgm:spPr/>
      <dgm:t>
        <a:bodyPr/>
        <a:lstStyle/>
        <a:p>
          <a:r>
            <a:rPr lang="en-US" noProof="0" dirty="0"/>
            <a:t>Transaction Monitoring Form required</a:t>
          </a:r>
        </a:p>
      </dgm:t>
    </dgm:pt>
    <dgm:pt modelId="{0F6A79E2-2F2B-4E08-A201-1B91BF34E42A}" type="parTrans" cxnId="{0B38981D-EF60-4175-8DFA-B5DEE276D168}">
      <dgm:prSet/>
      <dgm:spPr/>
      <dgm:t>
        <a:bodyPr/>
        <a:lstStyle/>
        <a:p>
          <a:endParaRPr lang="en-GB"/>
        </a:p>
      </dgm:t>
    </dgm:pt>
    <dgm:pt modelId="{83277F52-D974-42C4-8929-3E69C0D396D0}" type="sibTrans" cxnId="{0B38981D-EF60-4175-8DFA-B5DEE276D168}">
      <dgm:prSet/>
      <dgm:spPr/>
      <dgm:t>
        <a:bodyPr/>
        <a:lstStyle/>
        <a:p>
          <a:endParaRPr lang="en-GB"/>
        </a:p>
      </dgm:t>
    </dgm:pt>
    <dgm:pt modelId="{630B0A10-DF77-484C-8065-C6979355A6F6}">
      <dgm:prSet phldrT="[Text]" phldr="0"/>
      <dgm:spPr/>
      <dgm:t>
        <a:bodyPr/>
        <a:lstStyle/>
        <a:p>
          <a:r>
            <a:rPr lang="en-US" noProof="0" dirty="0"/>
            <a:t>Senior Approval/FIU filling</a:t>
          </a:r>
        </a:p>
      </dgm:t>
    </dgm:pt>
    <dgm:pt modelId="{EE0644B0-6FE6-408A-8610-1101E7CDD383}" type="parTrans" cxnId="{085F45FA-ADD0-4DE4-A41D-9DA76D820113}">
      <dgm:prSet/>
      <dgm:spPr/>
      <dgm:t>
        <a:bodyPr/>
        <a:lstStyle/>
        <a:p>
          <a:endParaRPr lang="en-GB"/>
        </a:p>
      </dgm:t>
    </dgm:pt>
    <dgm:pt modelId="{C9E1E1F5-776E-4BAF-8CCE-7400B033FFBB}" type="sibTrans" cxnId="{085F45FA-ADD0-4DE4-A41D-9DA76D820113}">
      <dgm:prSet/>
      <dgm:spPr/>
      <dgm:t>
        <a:bodyPr/>
        <a:lstStyle/>
        <a:p>
          <a:endParaRPr lang="en-GB"/>
        </a:p>
      </dgm:t>
    </dgm:pt>
    <dgm:pt modelId="{203F38C2-5F82-4197-BE37-D685A926108D}">
      <dgm:prSet phldrT="[Text]" phldr="0"/>
      <dgm:spPr/>
      <dgm:t>
        <a:bodyPr/>
        <a:lstStyle/>
        <a:p>
          <a:r>
            <a:rPr lang="en-US" noProof="0" dirty="0"/>
            <a:t>No suspicious pattern</a:t>
          </a:r>
        </a:p>
      </dgm:t>
    </dgm:pt>
    <dgm:pt modelId="{ADD244F3-19AB-45BC-9D19-03FA5C31F6C5}" type="parTrans" cxnId="{879072D8-1B2E-4711-9BBA-EAB703CD7CB0}">
      <dgm:prSet/>
      <dgm:spPr/>
      <dgm:t>
        <a:bodyPr/>
        <a:lstStyle/>
        <a:p>
          <a:endParaRPr lang="en-GB"/>
        </a:p>
      </dgm:t>
    </dgm:pt>
    <dgm:pt modelId="{7A130988-80AC-40CB-A39A-803B8E2EDCC3}" type="sibTrans" cxnId="{879072D8-1B2E-4711-9BBA-EAB703CD7CB0}">
      <dgm:prSet/>
      <dgm:spPr/>
      <dgm:t>
        <a:bodyPr/>
        <a:lstStyle/>
        <a:p>
          <a:endParaRPr lang="en-GB"/>
        </a:p>
      </dgm:t>
    </dgm:pt>
    <dgm:pt modelId="{394BBF73-3058-4F15-ACA8-F891D79E0F46}">
      <dgm:prSet phldrT="[Text]" phldr="0"/>
      <dgm:spPr/>
      <dgm:t>
        <a:bodyPr/>
        <a:lstStyle/>
        <a:p>
          <a:r>
            <a:rPr lang="en-US" noProof="0" dirty="0"/>
            <a:t>No Senior Approval</a:t>
          </a:r>
        </a:p>
      </dgm:t>
    </dgm:pt>
    <dgm:pt modelId="{DADE15B7-9798-4C6C-8523-A3012F0953A1}" type="parTrans" cxnId="{2A549888-5750-4D57-89CF-685E63D06533}">
      <dgm:prSet/>
      <dgm:spPr/>
      <dgm:t>
        <a:bodyPr/>
        <a:lstStyle/>
        <a:p>
          <a:endParaRPr lang="en-GB"/>
        </a:p>
      </dgm:t>
    </dgm:pt>
    <dgm:pt modelId="{E3701FBA-1DD8-4A66-A1A5-7844F122F573}" type="sibTrans" cxnId="{2A549888-5750-4D57-89CF-685E63D06533}">
      <dgm:prSet/>
      <dgm:spPr/>
      <dgm:t>
        <a:bodyPr/>
        <a:lstStyle/>
        <a:p>
          <a:endParaRPr lang="en-GB"/>
        </a:p>
      </dgm:t>
    </dgm:pt>
    <dgm:pt modelId="{5609BF3E-AE99-46A3-A742-9DA83B1F8234}" type="pres">
      <dgm:prSet presAssocID="{65E089D6-7F20-4049-8DA9-887411CF45F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BE5296C-29ED-488A-AB9B-9D9F3E547BC2}" type="pres">
      <dgm:prSet presAssocID="{88A6A355-E750-427C-AAC4-A68577A20544}" presName="root1" presStyleCnt="0"/>
      <dgm:spPr/>
    </dgm:pt>
    <dgm:pt modelId="{6B57A735-3CDB-4110-A363-D47701122F3D}" type="pres">
      <dgm:prSet presAssocID="{88A6A355-E750-427C-AAC4-A68577A20544}" presName="LevelOneTextNode" presStyleLbl="node0" presStyleIdx="0" presStyleCnt="1">
        <dgm:presLayoutVars>
          <dgm:chPref val="3"/>
        </dgm:presLayoutVars>
      </dgm:prSet>
      <dgm:spPr/>
    </dgm:pt>
    <dgm:pt modelId="{EB139319-09BF-446F-9D23-6B1B57B73925}" type="pres">
      <dgm:prSet presAssocID="{88A6A355-E750-427C-AAC4-A68577A20544}" presName="level2hierChild" presStyleCnt="0"/>
      <dgm:spPr/>
    </dgm:pt>
    <dgm:pt modelId="{61DC57C7-075B-4288-9321-710C6F390EA4}" type="pres">
      <dgm:prSet presAssocID="{0F6A79E2-2F2B-4E08-A201-1B91BF34E42A}" presName="conn2-1" presStyleLbl="parChTrans1D2" presStyleIdx="0" presStyleCnt="1"/>
      <dgm:spPr/>
    </dgm:pt>
    <dgm:pt modelId="{F8A5C3F1-7290-4806-A32F-12FDF7B8CE2C}" type="pres">
      <dgm:prSet presAssocID="{0F6A79E2-2F2B-4E08-A201-1B91BF34E42A}" presName="connTx" presStyleLbl="parChTrans1D2" presStyleIdx="0" presStyleCnt="1"/>
      <dgm:spPr/>
    </dgm:pt>
    <dgm:pt modelId="{89C9EBE1-BC40-4DFE-B3AA-8FCFCFD83210}" type="pres">
      <dgm:prSet presAssocID="{A79426DE-48CD-4655-A25A-4EA4AD55DF09}" presName="root2" presStyleCnt="0"/>
      <dgm:spPr/>
    </dgm:pt>
    <dgm:pt modelId="{CD8BB1DF-8363-4BEF-B0C3-29FFB997B3E0}" type="pres">
      <dgm:prSet presAssocID="{A79426DE-48CD-4655-A25A-4EA4AD55DF09}" presName="LevelTwoTextNode" presStyleLbl="node2" presStyleIdx="0" presStyleCnt="1">
        <dgm:presLayoutVars>
          <dgm:chPref val="3"/>
        </dgm:presLayoutVars>
      </dgm:prSet>
      <dgm:spPr/>
    </dgm:pt>
    <dgm:pt modelId="{C777E6EB-EAE6-40AA-AD8D-1A83026F1202}" type="pres">
      <dgm:prSet presAssocID="{A79426DE-48CD-4655-A25A-4EA4AD55DF09}" presName="level3hierChild" presStyleCnt="0"/>
      <dgm:spPr/>
    </dgm:pt>
    <dgm:pt modelId="{1D86CAEC-FD9A-4098-BFE2-39B0CCFF1592}" type="pres">
      <dgm:prSet presAssocID="{847E0392-C15B-4096-BB0A-2059B1C128D7}" presName="conn2-1" presStyleLbl="parChTrans1D3" presStyleIdx="0" presStyleCnt="2"/>
      <dgm:spPr/>
    </dgm:pt>
    <dgm:pt modelId="{EE7A2FC7-534B-4F9A-B257-76E02DA5041F}" type="pres">
      <dgm:prSet presAssocID="{847E0392-C15B-4096-BB0A-2059B1C128D7}" presName="connTx" presStyleLbl="parChTrans1D3" presStyleIdx="0" presStyleCnt="2"/>
      <dgm:spPr/>
    </dgm:pt>
    <dgm:pt modelId="{3B67133F-7854-41EF-9FE8-F238CB47EF48}" type="pres">
      <dgm:prSet presAssocID="{1A341105-740E-4292-91FF-50284CBBEEDB}" presName="root2" presStyleCnt="0"/>
      <dgm:spPr/>
    </dgm:pt>
    <dgm:pt modelId="{3984C0DF-84C5-4453-9390-689AF4A447D8}" type="pres">
      <dgm:prSet presAssocID="{1A341105-740E-4292-91FF-50284CBBEEDB}" presName="LevelTwoTextNode" presStyleLbl="node3" presStyleIdx="0" presStyleCnt="2">
        <dgm:presLayoutVars>
          <dgm:chPref val="3"/>
        </dgm:presLayoutVars>
      </dgm:prSet>
      <dgm:spPr/>
    </dgm:pt>
    <dgm:pt modelId="{857837E3-79C3-40E6-BCCC-6BD59470C924}" type="pres">
      <dgm:prSet presAssocID="{1A341105-740E-4292-91FF-50284CBBEEDB}" presName="level3hierChild" presStyleCnt="0"/>
      <dgm:spPr/>
    </dgm:pt>
    <dgm:pt modelId="{436D44BE-A205-410E-BA8F-41D8E2755CD5}" type="pres">
      <dgm:prSet presAssocID="{DC68DD46-B8FB-4903-8642-DDE75127EBA6}" presName="conn2-1" presStyleLbl="parChTrans1D4" presStyleIdx="0" presStyleCnt="8"/>
      <dgm:spPr/>
    </dgm:pt>
    <dgm:pt modelId="{63324A8F-5ACA-43B3-941F-2506E0A17CF5}" type="pres">
      <dgm:prSet presAssocID="{DC68DD46-B8FB-4903-8642-DDE75127EBA6}" presName="connTx" presStyleLbl="parChTrans1D4" presStyleIdx="0" presStyleCnt="8"/>
      <dgm:spPr/>
    </dgm:pt>
    <dgm:pt modelId="{CA5E8B0F-06C3-4E06-A5E2-242680E3A2B0}" type="pres">
      <dgm:prSet presAssocID="{18C8AA20-A0A4-464A-882F-A041B8A09931}" presName="root2" presStyleCnt="0"/>
      <dgm:spPr/>
    </dgm:pt>
    <dgm:pt modelId="{B91E8EF6-26D1-4A3E-9645-1E08BE2C0F50}" type="pres">
      <dgm:prSet presAssocID="{18C8AA20-A0A4-464A-882F-A041B8A09931}" presName="LevelTwoTextNode" presStyleLbl="node4" presStyleIdx="0" presStyleCnt="8">
        <dgm:presLayoutVars>
          <dgm:chPref val="3"/>
        </dgm:presLayoutVars>
      </dgm:prSet>
      <dgm:spPr/>
    </dgm:pt>
    <dgm:pt modelId="{DB85A461-FA9B-4501-B4EE-88138839C77A}" type="pres">
      <dgm:prSet presAssocID="{18C8AA20-A0A4-464A-882F-A041B8A09931}" presName="level3hierChild" presStyleCnt="0"/>
      <dgm:spPr/>
    </dgm:pt>
    <dgm:pt modelId="{A8364293-FB28-4AF4-96EF-1801CCF51469}" type="pres">
      <dgm:prSet presAssocID="{026CDA80-376D-4530-83F9-CC6A4D984FD3}" presName="conn2-1" presStyleLbl="parChTrans1D3" presStyleIdx="1" presStyleCnt="2"/>
      <dgm:spPr/>
    </dgm:pt>
    <dgm:pt modelId="{318BEF67-2CA9-4D38-8F4D-454DD465BD1A}" type="pres">
      <dgm:prSet presAssocID="{026CDA80-376D-4530-83F9-CC6A4D984FD3}" presName="connTx" presStyleLbl="parChTrans1D3" presStyleIdx="1" presStyleCnt="2"/>
      <dgm:spPr/>
    </dgm:pt>
    <dgm:pt modelId="{586E0716-7024-468F-9F7F-211B81AE0362}" type="pres">
      <dgm:prSet presAssocID="{6EEC38E1-8C21-4C5A-9A91-92FCA9D299A3}" presName="root2" presStyleCnt="0"/>
      <dgm:spPr/>
    </dgm:pt>
    <dgm:pt modelId="{540F19EE-2100-4543-92C8-A44A2AB84E8B}" type="pres">
      <dgm:prSet presAssocID="{6EEC38E1-8C21-4C5A-9A91-92FCA9D299A3}" presName="LevelTwoTextNode" presStyleLbl="node3" presStyleIdx="1" presStyleCnt="2">
        <dgm:presLayoutVars>
          <dgm:chPref val="3"/>
        </dgm:presLayoutVars>
      </dgm:prSet>
      <dgm:spPr/>
    </dgm:pt>
    <dgm:pt modelId="{7F456B96-6562-4ABA-89C7-219F42941F96}" type="pres">
      <dgm:prSet presAssocID="{6EEC38E1-8C21-4C5A-9A91-92FCA9D299A3}" presName="level3hierChild" presStyleCnt="0"/>
      <dgm:spPr/>
    </dgm:pt>
    <dgm:pt modelId="{F6564ED8-8E62-43D8-8F90-3F97700F77D6}" type="pres">
      <dgm:prSet presAssocID="{8862CC34-7816-4754-B5BC-5BB5486BA8EE}" presName="conn2-1" presStyleLbl="parChTrans1D4" presStyleIdx="1" presStyleCnt="8"/>
      <dgm:spPr/>
    </dgm:pt>
    <dgm:pt modelId="{BDC07444-D03A-49A3-A016-DEC58E3AB1B6}" type="pres">
      <dgm:prSet presAssocID="{8862CC34-7816-4754-B5BC-5BB5486BA8EE}" presName="connTx" presStyleLbl="parChTrans1D4" presStyleIdx="1" presStyleCnt="8"/>
      <dgm:spPr/>
    </dgm:pt>
    <dgm:pt modelId="{0FA30CA7-6AA0-40F7-A3FA-4B22D14C0FE9}" type="pres">
      <dgm:prSet presAssocID="{5855FAF7-F6D2-4674-A7A3-3D5D72FBC3C6}" presName="root2" presStyleCnt="0"/>
      <dgm:spPr/>
    </dgm:pt>
    <dgm:pt modelId="{6D47C7F6-7573-4AC0-B56B-E204EA65A583}" type="pres">
      <dgm:prSet presAssocID="{5855FAF7-F6D2-4674-A7A3-3D5D72FBC3C6}" presName="LevelTwoTextNode" presStyleLbl="node4" presStyleIdx="1" presStyleCnt="8">
        <dgm:presLayoutVars>
          <dgm:chPref val="3"/>
        </dgm:presLayoutVars>
      </dgm:prSet>
      <dgm:spPr/>
    </dgm:pt>
    <dgm:pt modelId="{DA30EEEA-2F0D-4FFC-9CC3-9487FD5AC928}" type="pres">
      <dgm:prSet presAssocID="{5855FAF7-F6D2-4674-A7A3-3D5D72FBC3C6}" presName="level3hierChild" presStyleCnt="0"/>
      <dgm:spPr/>
    </dgm:pt>
    <dgm:pt modelId="{00EBF872-568E-4FBC-A554-38A75FDFCE01}" type="pres">
      <dgm:prSet presAssocID="{36642067-3B63-4D11-9189-449FD1FA8590}" presName="conn2-1" presStyleLbl="parChTrans1D4" presStyleIdx="2" presStyleCnt="8"/>
      <dgm:spPr/>
    </dgm:pt>
    <dgm:pt modelId="{479332FF-2FF4-4726-89B6-A846C44EDF3E}" type="pres">
      <dgm:prSet presAssocID="{36642067-3B63-4D11-9189-449FD1FA8590}" presName="connTx" presStyleLbl="parChTrans1D4" presStyleIdx="2" presStyleCnt="8"/>
      <dgm:spPr/>
    </dgm:pt>
    <dgm:pt modelId="{DE41D019-0F0B-4AA5-8796-FE4AF59BFF6A}" type="pres">
      <dgm:prSet presAssocID="{D217AF5B-CAD7-44FD-B471-A3D29368BCBF}" presName="root2" presStyleCnt="0"/>
      <dgm:spPr/>
    </dgm:pt>
    <dgm:pt modelId="{9A628643-34BB-46DF-A21C-94E6F42FE0D9}" type="pres">
      <dgm:prSet presAssocID="{D217AF5B-CAD7-44FD-B471-A3D29368BCBF}" presName="LevelTwoTextNode" presStyleLbl="node4" presStyleIdx="2" presStyleCnt="8">
        <dgm:presLayoutVars>
          <dgm:chPref val="3"/>
        </dgm:presLayoutVars>
      </dgm:prSet>
      <dgm:spPr/>
    </dgm:pt>
    <dgm:pt modelId="{6FCF1843-01BA-4AA6-9BC8-7115C8293EA5}" type="pres">
      <dgm:prSet presAssocID="{D217AF5B-CAD7-44FD-B471-A3D29368BCBF}" presName="level3hierChild" presStyleCnt="0"/>
      <dgm:spPr/>
    </dgm:pt>
    <dgm:pt modelId="{52DA4ACC-E647-4365-B4B2-AFC62DB0E6F6}" type="pres">
      <dgm:prSet presAssocID="{51421A8E-8CCC-4E90-9C0F-8D4F88E9B126}" presName="conn2-1" presStyleLbl="parChTrans1D4" presStyleIdx="3" presStyleCnt="8"/>
      <dgm:spPr/>
    </dgm:pt>
    <dgm:pt modelId="{B658D557-9703-4DB4-8CF6-EF13A9009233}" type="pres">
      <dgm:prSet presAssocID="{51421A8E-8CCC-4E90-9C0F-8D4F88E9B126}" presName="connTx" presStyleLbl="parChTrans1D4" presStyleIdx="3" presStyleCnt="8"/>
      <dgm:spPr/>
    </dgm:pt>
    <dgm:pt modelId="{C4A4FE2A-2313-42DF-9859-3ED01A2A0DF8}" type="pres">
      <dgm:prSet presAssocID="{7EC6BDB2-45FA-4082-BE94-F5153180BDCF}" presName="root2" presStyleCnt="0"/>
      <dgm:spPr/>
    </dgm:pt>
    <dgm:pt modelId="{7D9697DA-9044-4387-86CB-6929D40C1081}" type="pres">
      <dgm:prSet presAssocID="{7EC6BDB2-45FA-4082-BE94-F5153180BDCF}" presName="LevelTwoTextNode" presStyleLbl="node4" presStyleIdx="3" presStyleCnt="8">
        <dgm:presLayoutVars>
          <dgm:chPref val="3"/>
        </dgm:presLayoutVars>
      </dgm:prSet>
      <dgm:spPr/>
    </dgm:pt>
    <dgm:pt modelId="{B888B888-72FF-4328-8088-F79E91A24D42}" type="pres">
      <dgm:prSet presAssocID="{7EC6BDB2-45FA-4082-BE94-F5153180BDCF}" presName="level3hierChild" presStyleCnt="0"/>
      <dgm:spPr/>
    </dgm:pt>
    <dgm:pt modelId="{1B0DD306-5B98-45C8-9C98-703D4A7B8EEA}" type="pres">
      <dgm:prSet presAssocID="{558ED2B4-35AB-43A3-9263-92B0B4C3C2E6}" presName="conn2-1" presStyleLbl="parChTrans1D4" presStyleIdx="4" presStyleCnt="8"/>
      <dgm:spPr/>
    </dgm:pt>
    <dgm:pt modelId="{0E6FBF0F-EB87-4C3C-BEDE-8FA5BB1571C9}" type="pres">
      <dgm:prSet presAssocID="{558ED2B4-35AB-43A3-9263-92B0B4C3C2E6}" presName="connTx" presStyleLbl="parChTrans1D4" presStyleIdx="4" presStyleCnt="8"/>
      <dgm:spPr/>
    </dgm:pt>
    <dgm:pt modelId="{D0D29F4D-577A-4FBE-901D-8DA302808B8C}" type="pres">
      <dgm:prSet presAssocID="{E057B2D0-1C55-4EE6-9BAB-815A69AB481D}" presName="root2" presStyleCnt="0"/>
      <dgm:spPr/>
    </dgm:pt>
    <dgm:pt modelId="{6F9A75CC-E50A-4830-9427-F1F52240012B}" type="pres">
      <dgm:prSet presAssocID="{E057B2D0-1C55-4EE6-9BAB-815A69AB481D}" presName="LevelTwoTextNode" presStyleLbl="node4" presStyleIdx="4" presStyleCnt="8">
        <dgm:presLayoutVars>
          <dgm:chPref val="3"/>
        </dgm:presLayoutVars>
      </dgm:prSet>
      <dgm:spPr/>
    </dgm:pt>
    <dgm:pt modelId="{7C20138F-A17C-42B7-9115-06D90DE13D82}" type="pres">
      <dgm:prSet presAssocID="{E057B2D0-1C55-4EE6-9BAB-815A69AB481D}" presName="level3hierChild" presStyleCnt="0"/>
      <dgm:spPr/>
    </dgm:pt>
    <dgm:pt modelId="{6AC56E68-EEA1-4487-A9C9-D61A059E80A1}" type="pres">
      <dgm:prSet presAssocID="{EE0644B0-6FE6-408A-8610-1101E7CDD383}" presName="conn2-1" presStyleLbl="parChTrans1D4" presStyleIdx="5" presStyleCnt="8"/>
      <dgm:spPr/>
    </dgm:pt>
    <dgm:pt modelId="{7AF1BA48-57B6-4625-B709-F880F0AC85B4}" type="pres">
      <dgm:prSet presAssocID="{EE0644B0-6FE6-408A-8610-1101E7CDD383}" presName="connTx" presStyleLbl="parChTrans1D4" presStyleIdx="5" presStyleCnt="8"/>
      <dgm:spPr/>
    </dgm:pt>
    <dgm:pt modelId="{EB3DD248-8039-4B0E-901D-7B79C6D5A7FF}" type="pres">
      <dgm:prSet presAssocID="{630B0A10-DF77-484C-8065-C6979355A6F6}" presName="root2" presStyleCnt="0"/>
      <dgm:spPr/>
    </dgm:pt>
    <dgm:pt modelId="{E3D99440-3912-45BB-B35B-CD5C0CFC1DE5}" type="pres">
      <dgm:prSet presAssocID="{630B0A10-DF77-484C-8065-C6979355A6F6}" presName="LevelTwoTextNode" presStyleLbl="node4" presStyleIdx="5" presStyleCnt="8">
        <dgm:presLayoutVars>
          <dgm:chPref val="3"/>
        </dgm:presLayoutVars>
      </dgm:prSet>
      <dgm:spPr/>
    </dgm:pt>
    <dgm:pt modelId="{839E989E-06B5-4B0E-AA55-EB17BB4CCF7A}" type="pres">
      <dgm:prSet presAssocID="{630B0A10-DF77-484C-8065-C6979355A6F6}" presName="level3hierChild" presStyleCnt="0"/>
      <dgm:spPr/>
    </dgm:pt>
    <dgm:pt modelId="{3CFD5F19-1019-4379-9C10-EDD988912B2A}" type="pres">
      <dgm:prSet presAssocID="{ADD244F3-19AB-45BC-9D19-03FA5C31F6C5}" presName="conn2-1" presStyleLbl="parChTrans1D4" presStyleIdx="6" presStyleCnt="8"/>
      <dgm:spPr/>
    </dgm:pt>
    <dgm:pt modelId="{446B3279-8B4F-4B93-8212-1F2107A27B1B}" type="pres">
      <dgm:prSet presAssocID="{ADD244F3-19AB-45BC-9D19-03FA5C31F6C5}" presName="connTx" presStyleLbl="parChTrans1D4" presStyleIdx="6" presStyleCnt="8"/>
      <dgm:spPr/>
    </dgm:pt>
    <dgm:pt modelId="{1AA0067A-01A7-4855-A8A9-73C7FA62CDCE}" type="pres">
      <dgm:prSet presAssocID="{203F38C2-5F82-4197-BE37-D685A926108D}" presName="root2" presStyleCnt="0"/>
      <dgm:spPr/>
    </dgm:pt>
    <dgm:pt modelId="{06B4E1B1-FD1F-4BE0-95EA-F64461CCBC33}" type="pres">
      <dgm:prSet presAssocID="{203F38C2-5F82-4197-BE37-D685A926108D}" presName="LevelTwoTextNode" presStyleLbl="node4" presStyleIdx="6" presStyleCnt="8">
        <dgm:presLayoutVars>
          <dgm:chPref val="3"/>
        </dgm:presLayoutVars>
      </dgm:prSet>
      <dgm:spPr/>
    </dgm:pt>
    <dgm:pt modelId="{BE5EF54E-6C83-4E56-9E93-8E12D2DFD69C}" type="pres">
      <dgm:prSet presAssocID="{203F38C2-5F82-4197-BE37-D685A926108D}" presName="level3hierChild" presStyleCnt="0"/>
      <dgm:spPr/>
    </dgm:pt>
    <dgm:pt modelId="{005864AB-8A21-4710-9A27-CD2D50C031A1}" type="pres">
      <dgm:prSet presAssocID="{DADE15B7-9798-4C6C-8523-A3012F0953A1}" presName="conn2-1" presStyleLbl="parChTrans1D4" presStyleIdx="7" presStyleCnt="8"/>
      <dgm:spPr/>
    </dgm:pt>
    <dgm:pt modelId="{C2DED081-318A-4B7B-92AE-C80D2220CD99}" type="pres">
      <dgm:prSet presAssocID="{DADE15B7-9798-4C6C-8523-A3012F0953A1}" presName="connTx" presStyleLbl="parChTrans1D4" presStyleIdx="7" presStyleCnt="8"/>
      <dgm:spPr/>
    </dgm:pt>
    <dgm:pt modelId="{18DEEB35-7D2E-4803-9870-7A48F9A5E1DB}" type="pres">
      <dgm:prSet presAssocID="{394BBF73-3058-4F15-ACA8-F891D79E0F46}" presName="root2" presStyleCnt="0"/>
      <dgm:spPr/>
    </dgm:pt>
    <dgm:pt modelId="{F99D9F52-B636-432C-8208-9B530EEB1191}" type="pres">
      <dgm:prSet presAssocID="{394BBF73-3058-4F15-ACA8-F891D79E0F46}" presName="LevelTwoTextNode" presStyleLbl="node4" presStyleIdx="7" presStyleCnt="8">
        <dgm:presLayoutVars>
          <dgm:chPref val="3"/>
        </dgm:presLayoutVars>
      </dgm:prSet>
      <dgm:spPr/>
    </dgm:pt>
    <dgm:pt modelId="{9F51BF39-E498-4846-840D-6FC49BB10C41}" type="pres">
      <dgm:prSet presAssocID="{394BBF73-3058-4F15-ACA8-F891D79E0F46}" presName="level3hierChild" presStyleCnt="0"/>
      <dgm:spPr/>
    </dgm:pt>
  </dgm:ptLst>
  <dgm:cxnLst>
    <dgm:cxn modelId="{DD10C208-80DE-41DD-86A5-EB7B4E9A6224}" type="presOf" srcId="{65E089D6-7F20-4049-8DA9-887411CF45F7}" destId="{5609BF3E-AE99-46A3-A742-9DA83B1F8234}" srcOrd="0" destOrd="0" presId="urn:microsoft.com/office/officeart/2005/8/layout/hierarchy2"/>
    <dgm:cxn modelId="{8C735112-21EC-401C-8C63-6EF101A8B11E}" type="presOf" srcId="{EE0644B0-6FE6-408A-8610-1101E7CDD383}" destId="{6AC56E68-EEA1-4487-A9C9-D61A059E80A1}" srcOrd="0" destOrd="0" presId="urn:microsoft.com/office/officeart/2005/8/layout/hierarchy2"/>
    <dgm:cxn modelId="{0B38981D-EF60-4175-8DFA-B5DEE276D168}" srcId="{88A6A355-E750-427C-AAC4-A68577A20544}" destId="{A79426DE-48CD-4655-A25A-4EA4AD55DF09}" srcOrd="0" destOrd="0" parTransId="{0F6A79E2-2F2B-4E08-A201-1B91BF34E42A}" sibTransId="{83277F52-D974-42C4-8929-3E69C0D396D0}"/>
    <dgm:cxn modelId="{FDF2C11D-4B5C-4826-9CAF-248D6CE608E8}" type="presOf" srcId="{847E0392-C15B-4096-BB0A-2059B1C128D7}" destId="{EE7A2FC7-534B-4F9A-B257-76E02DA5041F}" srcOrd="1" destOrd="0" presId="urn:microsoft.com/office/officeart/2005/8/layout/hierarchy2"/>
    <dgm:cxn modelId="{5D540C23-7B15-43A8-910C-DB0905AE7D5F}" type="presOf" srcId="{026CDA80-376D-4530-83F9-CC6A4D984FD3}" destId="{A8364293-FB28-4AF4-96EF-1801CCF51469}" srcOrd="0" destOrd="0" presId="urn:microsoft.com/office/officeart/2005/8/layout/hierarchy2"/>
    <dgm:cxn modelId="{6FD44624-1059-4F8F-A35F-5B583C4739DA}" srcId="{5855FAF7-F6D2-4674-A7A3-3D5D72FBC3C6}" destId="{D217AF5B-CAD7-44FD-B471-A3D29368BCBF}" srcOrd="0" destOrd="0" parTransId="{36642067-3B63-4D11-9189-449FD1FA8590}" sibTransId="{AAC30917-AFA0-4A13-978B-6279C27988A9}"/>
    <dgm:cxn modelId="{5CC97525-F8DD-4F0F-90DD-7F21B729F382}" srcId="{7EC6BDB2-45FA-4082-BE94-F5153180BDCF}" destId="{E057B2D0-1C55-4EE6-9BAB-815A69AB481D}" srcOrd="0" destOrd="0" parTransId="{558ED2B4-35AB-43A3-9263-92B0B4C3C2E6}" sibTransId="{BFFB8AC3-529E-4034-BB74-6CD46E937A2F}"/>
    <dgm:cxn modelId="{2758D327-93D4-457F-8F01-2F4CB3EBFB86}" type="presOf" srcId="{558ED2B4-35AB-43A3-9263-92B0B4C3C2E6}" destId="{0E6FBF0F-EB87-4C3C-BEDE-8FA5BB1571C9}" srcOrd="1" destOrd="0" presId="urn:microsoft.com/office/officeart/2005/8/layout/hierarchy2"/>
    <dgm:cxn modelId="{7145703C-BEB5-4D8A-91DC-46B2609F9283}" type="presOf" srcId="{630B0A10-DF77-484C-8065-C6979355A6F6}" destId="{E3D99440-3912-45BB-B35B-CD5C0CFC1DE5}" srcOrd="0" destOrd="0" presId="urn:microsoft.com/office/officeart/2005/8/layout/hierarchy2"/>
    <dgm:cxn modelId="{97F0A95D-1FA9-418A-B87B-E819C4789AA6}" type="presOf" srcId="{0F6A79E2-2F2B-4E08-A201-1B91BF34E42A}" destId="{F8A5C3F1-7290-4806-A32F-12FDF7B8CE2C}" srcOrd="1" destOrd="0" presId="urn:microsoft.com/office/officeart/2005/8/layout/hierarchy2"/>
    <dgm:cxn modelId="{4A3D335E-1F7B-4B25-A9C1-21E3496440B3}" type="presOf" srcId="{51421A8E-8CCC-4E90-9C0F-8D4F88E9B126}" destId="{52DA4ACC-E647-4365-B4B2-AFC62DB0E6F6}" srcOrd="0" destOrd="0" presId="urn:microsoft.com/office/officeart/2005/8/layout/hierarchy2"/>
    <dgm:cxn modelId="{0E228741-F074-4626-B0B7-6FE856A84505}" type="presOf" srcId="{18C8AA20-A0A4-464A-882F-A041B8A09931}" destId="{B91E8EF6-26D1-4A3E-9645-1E08BE2C0F50}" srcOrd="0" destOrd="0" presId="urn:microsoft.com/office/officeart/2005/8/layout/hierarchy2"/>
    <dgm:cxn modelId="{97E58943-93B4-4B30-B2EE-E75FFBE1FFAB}" type="presOf" srcId="{A79426DE-48CD-4655-A25A-4EA4AD55DF09}" destId="{CD8BB1DF-8363-4BEF-B0C3-29FFB997B3E0}" srcOrd="0" destOrd="0" presId="urn:microsoft.com/office/officeart/2005/8/layout/hierarchy2"/>
    <dgm:cxn modelId="{E7E0AC44-93C6-4EEF-9DEE-91B732B91E3C}" type="presOf" srcId="{8862CC34-7816-4754-B5BC-5BB5486BA8EE}" destId="{F6564ED8-8E62-43D8-8F90-3F97700F77D6}" srcOrd="0" destOrd="0" presId="urn:microsoft.com/office/officeart/2005/8/layout/hierarchy2"/>
    <dgm:cxn modelId="{8412B866-DCCB-42C7-B366-19073255CFBE}" srcId="{A79426DE-48CD-4655-A25A-4EA4AD55DF09}" destId="{6EEC38E1-8C21-4C5A-9A91-92FCA9D299A3}" srcOrd="1" destOrd="0" parTransId="{026CDA80-376D-4530-83F9-CC6A4D984FD3}" sibTransId="{05843A98-A242-40EC-B387-AA459DF98173}"/>
    <dgm:cxn modelId="{F1668068-0BF4-4097-A08A-6AB34EA510D4}" type="presOf" srcId="{36642067-3B63-4D11-9189-449FD1FA8590}" destId="{00EBF872-568E-4FBC-A554-38A75FDFCE01}" srcOrd="0" destOrd="0" presId="urn:microsoft.com/office/officeart/2005/8/layout/hierarchy2"/>
    <dgm:cxn modelId="{D3E8654E-E18F-4631-A41D-470B5D1B70C0}" type="presOf" srcId="{DADE15B7-9798-4C6C-8523-A3012F0953A1}" destId="{C2DED081-318A-4B7B-92AE-C80D2220CD99}" srcOrd="1" destOrd="0" presId="urn:microsoft.com/office/officeart/2005/8/layout/hierarchy2"/>
    <dgm:cxn modelId="{942DAF4E-D3A3-4B0C-8A31-E948744AD680}" type="presOf" srcId="{DADE15B7-9798-4C6C-8523-A3012F0953A1}" destId="{005864AB-8A21-4710-9A27-CD2D50C031A1}" srcOrd="0" destOrd="0" presId="urn:microsoft.com/office/officeart/2005/8/layout/hierarchy2"/>
    <dgm:cxn modelId="{9E082672-BADB-49FB-B9C4-C6C43BF72C68}" srcId="{65E089D6-7F20-4049-8DA9-887411CF45F7}" destId="{88A6A355-E750-427C-AAC4-A68577A20544}" srcOrd="0" destOrd="0" parTransId="{7E3EA5D6-BF43-46F7-81A0-9704A7994A9A}" sibTransId="{6CC398AE-C281-480F-AA17-FD51CBDC4BB2}"/>
    <dgm:cxn modelId="{2A549888-5750-4D57-89CF-685E63D06533}" srcId="{203F38C2-5F82-4197-BE37-D685A926108D}" destId="{394BBF73-3058-4F15-ACA8-F891D79E0F46}" srcOrd="0" destOrd="0" parTransId="{DADE15B7-9798-4C6C-8523-A3012F0953A1}" sibTransId="{E3701FBA-1DD8-4A66-A1A5-7844F122F573}"/>
    <dgm:cxn modelId="{9D051589-50C2-4873-9661-08D49637CE01}" type="presOf" srcId="{ADD244F3-19AB-45BC-9D19-03FA5C31F6C5}" destId="{3CFD5F19-1019-4379-9C10-EDD988912B2A}" srcOrd="0" destOrd="0" presId="urn:microsoft.com/office/officeart/2005/8/layout/hierarchy2"/>
    <dgm:cxn modelId="{2477958E-9E5F-478F-97BB-001119EB2858}" type="presOf" srcId="{5855FAF7-F6D2-4674-A7A3-3D5D72FBC3C6}" destId="{6D47C7F6-7573-4AC0-B56B-E204EA65A583}" srcOrd="0" destOrd="0" presId="urn:microsoft.com/office/officeart/2005/8/layout/hierarchy2"/>
    <dgm:cxn modelId="{2C79A190-8A54-463B-B0A1-989D3D7A8A0E}" type="presOf" srcId="{7EC6BDB2-45FA-4082-BE94-F5153180BDCF}" destId="{7D9697DA-9044-4387-86CB-6929D40C1081}" srcOrd="0" destOrd="0" presId="urn:microsoft.com/office/officeart/2005/8/layout/hierarchy2"/>
    <dgm:cxn modelId="{93160494-FD3F-48A5-9B51-1E8F759964E2}" type="presOf" srcId="{DC68DD46-B8FB-4903-8642-DDE75127EBA6}" destId="{63324A8F-5ACA-43B3-941F-2506E0A17CF5}" srcOrd="1" destOrd="0" presId="urn:microsoft.com/office/officeart/2005/8/layout/hierarchy2"/>
    <dgm:cxn modelId="{0E0BF197-3649-4117-9DBD-D8CBD1BB80E7}" type="presOf" srcId="{E057B2D0-1C55-4EE6-9BAB-815A69AB481D}" destId="{6F9A75CC-E50A-4830-9427-F1F52240012B}" srcOrd="0" destOrd="0" presId="urn:microsoft.com/office/officeart/2005/8/layout/hierarchy2"/>
    <dgm:cxn modelId="{EDBC8F9C-D3C4-490C-9D30-061C93172EDC}" type="presOf" srcId="{203F38C2-5F82-4197-BE37-D685A926108D}" destId="{06B4E1B1-FD1F-4BE0-95EA-F64461CCBC33}" srcOrd="0" destOrd="0" presId="urn:microsoft.com/office/officeart/2005/8/layout/hierarchy2"/>
    <dgm:cxn modelId="{33CA2AA4-FA03-4398-ADD6-E956EFF7198A}" srcId="{6EEC38E1-8C21-4C5A-9A91-92FCA9D299A3}" destId="{5855FAF7-F6D2-4674-A7A3-3D5D72FBC3C6}" srcOrd="0" destOrd="0" parTransId="{8862CC34-7816-4754-B5BC-5BB5486BA8EE}" sibTransId="{B9014845-1EAD-4F5F-B33A-B68CAA87367A}"/>
    <dgm:cxn modelId="{C70F7AAC-60B0-4D9C-9577-B5D0F00A1CA2}" type="presOf" srcId="{DC68DD46-B8FB-4903-8642-DDE75127EBA6}" destId="{436D44BE-A205-410E-BA8F-41D8E2755CD5}" srcOrd="0" destOrd="0" presId="urn:microsoft.com/office/officeart/2005/8/layout/hierarchy2"/>
    <dgm:cxn modelId="{9C09E5AD-EF1C-4662-B3A9-113FA7671E7B}" type="presOf" srcId="{847E0392-C15B-4096-BB0A-2059B1C128D7}" destId="{1D86CAEC-FD9A-4098-BFE2-39B0CCFF1592}" srcOrd="0" destOrd="0" presId="urn:microsoft.com/office/officeart/2005/8/layout/hierarchy2"/>
    <dgm:cxn modelId="{23594EB5-D791-4B43-AE54-E2B3602F87D3}" type="presOf" srcId="{EE0644B0-6FE6-408A-8610-1101E7CDD383}" destId="{7AF1BA48-57B6-4625-B709-F880F0AC85B4}" srcOrd="1" destOrd="0" presId="urn:microsoft.com/office/officeart/2005/8/layout/hierarchy2"/>
    <dgm:cxn modelId="{D31879B6-584D-4C88-90AF-CAD4F91B0012}" type="presOf" srcId="{ADD244F3-19AB-45BC-9D19-03FA5C31F6C5}" destId="{446B3279-8B4F-4B93-8212-1F2107A27B1B}" srcOrd="1" destOrd="0" presId="urn:microsoft.com/office/officeart/2005/8/layout/hierarchy2"/>
    <dgm:cxn modelId="{4EEC40BA-6A02-4A75-85A2-BB4917F17120}" type="presOf" srcId="{0F6A79E2-2F2B-4E08-A201-1B91BF34E42A}" destId="{61DC57C7-075B-4288-9321-710C6F390EA4}" srcOrd="0" destOrd="0" presId="urn:microsoft.com/office/officeart/2005/8/layout/hierarchy2"/>
    <dgm:cxn modelId="{048485BB-9AFE-4941-95AE-C0C807E6C8FA}" type="presOf" srcId="{6EEC38E1-8C21-4C5A-9A91-92FCA9D299A3}" destId="{540F19EE-2100-4543-92C8-A44A2AB84E8B}" srcOrd="0" destOrd="0" presId="urn:microsoft.com/office/officeart/2005/8/layout/hierarchy2"/>
    <dgm:cxn modelId="{9923F5BB-5B65-4B72-B4D1-4538C75E7004}" srcId="{6EEC38E1-8C21-4C5A-9A91-92FCA9D299A3}" destId="{7EC6BDB2-45FA-4082-BE94-F5153180BDCF}" srcOrd="1" destOrd="0" parTransId="{51421A8E-8CCC-4E90-9C0F-8D4F88E9B126}" sibTransId="{EB9627C1-390C-49D9-A5A9-6DCAED7189D4}"/>
    <dgm:cxn modelId="{FF523CBD-17C6-40F0-A780-DBA3BC60B8A0}" type="presOf" srcId="{394BBF73-3058-4F15-ACA8-F891D79E0F46}" destId="{F99D9F52-B636-432C-8208-9B530EEB1191}" srcOrd="0" destOrd="0" presId="urn:microsoft.com/office/officeart/2005/8/layout/hierarchy2"/>
    <dgm:cxn modelId="{0E00DBC1-834A-485C-887A-A1893736F4E2}" type="presOf" srcId="{36642067-3B63-4D11-9189-449FD1FA8590}" destId="{479332FF-2FF4-4726-89B6-A846C44EDF3E}" srcOrd="1" destOrd="0" presId="urn:microsoft.com/office/officeart/2005/8/layout/hierarchy2"/>
    <dgm:cxn modelId="{7E57EDC5-BF13-405A-8443-40D5BB85BAE8}" type="presOf" srcId="{D217AF5B-CAD7-44FD-B471-A3D29368BCBF}" destId="{9A628643-34BB-46DF-A21C-94E6F42FE0D9}" srcOrd="0" destOrd="0" presId="urn:microsoft.com/office/officeart/2005/8/layout/hierarchy2"/>
    <dgm:cxn modelId="{40C8EBCD-1465-4F3F-9396-ACF7250FC714}" type="presOf" srcId="{88A6A355-E750-427C-AAC4-A68577A20544}" destId="{6B57A735-3CDB-4110-A363-D47701122F3D}" srcOrd="0" destOrd="0" presId="urn:microsoft.com/office/officeart/2005/8/layout/hierarchy2"/>
    <dgm:cxn modelId="{27000BD3-4167-477B-84E0-33176911632D}" type="presOf" srcId="{8862CC34-7816-4754-B5BC-5BB5486BA8EE}" destId="{BDC07444-D03A-49A3-A016-DEC58E3AB1B6}" srcOrd="1" destOrd="0" presId="urn:microsoft.com/office/officeart/2005/8/layout/hierarchy2"/>
    <dgm:cxn modelId="{879072D8-1B2E-4711-9BBA-EAB703CD7CB0}" srcId="{7EC6BDB2-45FA-4082-BE94-F5153180BDCF}" destId="{203F38C2-5F82-4197-BE37-D685A926108D}" srcOrd="1" destOrd="0" parTransId="{ADD244F3-19AB-45BC-9D19-03FA5C31F6C5}" sibTransId="{7A130988-80AC-40CB-A39A-803B8E2EDCC3}"/>
    <dgm:cxn modelId="{D64D5CD9-5EE7-49EF-9A0A-EDB499A0BF60}" srcId="{1A341105-740E-4292-91FF-50284CBBEEDB}" destId="{18C8AA20-A0A4-464A-882F-A041B8A09931}" srcOrd="0" destOrd="0" parTransId="{DC68DD46-B8FB-4903-8642-DDE75127EBA6}" sibTransId="{5D88EF97-7F4B-46B6-8549-01F1B04C341D}"/>
    <dgm:cxn modelId="{0BF62BE4-B5C8-4F07-930C-853F3F47EA2F}" type="presOf" srcId="{026CDA80-376D-4530-83F9-CC6A4D984FD3}" destId="{318BEF67-2CA9-4D38-8F4D-454DD465BD1A}" srcOrd="1" destOrd="0" presId="urn:microsoft.com/office/officeart/2005/8/layout/hierarchy2"/>
    <dgm:cxn modelId="{F94DBAE8-EDCB-40B1-9339-B3B6F675C6C7}" srcId="{A79426DE-48CD-4655-A25A-4EA4AD55DF09}" destId="{1A341105-740E-4292-91FF-50284CBBEEDB}" srcOrd="0" destOrd="0" parTransId="{847E0392-C15B-4096-BB0A-2059B1C128D7}" sibTransId="{4DC30CEF-1CD2-40A6-BA17-598B92018CD9}"/>
    <dgm:cxn modelId="{691742EC-A058-4F57-B9E3-B77F3A910EF8}" type="presOf" srcId="{51421A8E-8CCC-4E90-9C0F-8D4F88E9B126}" destId="{B658D557-9703-4DB4-8CF6-EF13A9009233}" srcOrd="1" destOrd="0" presId="urn:microsoft.com/office/officeart/2005/8/layout/hierarchy2"/>
    <dgm:cxn modelId="{AED8AFF0-5544-4107-BEDF-404F1F8882C5}" type="presOf" srcId="{1A341105-740E-4292-91FF-50284CBBEEDB}" destId="{3984C0DF-84C5-4453-9390-689AF4A447D8}" srcOrd="0" destOrd="0" presId="urn:microsoft.com/office/officeart/2005/8/layout/hierarchy2"/>
    <dgm:cxn modelId="{A0363AF7-81EF-4706-B55F-A51DA18B6B73}" type="presOf" srcId="{558ED2B4-35AB-43A3-9263-92B0B4C3C2E6}" destId="{1B0DD306-5B98-45C8-9C98-703D4A7B8EEA}" srcOrd="0" destOrd="0" presId="urn:microsoft.com/office/officeart/2005/8/layout/hierarchy2"/>
    <dgm:cxn modelId="{085F45FA-ADD0-4DE4-A41D-9DA76D820113}" srcId="{E057B2D0-1C55-4EE6-9BAB-815A69AB481D}" destId="{630B0A10-DF77-484C-8065-C6979355A6F6}" srcOrd="0" destOrd="0" parTransId="{EE0644B0-6FE6-408A-8610-1101E7CDD383}" sibTransId="{C9E1E1F5-776E-4BAF-8CCE-7400B033FFBB}"/>
    <dgm:cxn modelId="{98A7E8A7-A99B-4B68-A9D2-5AB30C35AF12}" type="presParOf" srcId="{5609BF3E-AE99-46A3-A742-9DA83B1F8234}" destId="{0BE5296C-29ED-488A-AB9B-9D9F3E547BC2}" srcOrd="0" destOrd="0" presId="urn:microsoft.com/office/officeart/2005/8/layout/hierarchy2"/>
    <dgm:cxn modelId="{DABAEC59-6897-41DA-84B1-C649348185B3}" type="presParOf" srcId="{0BE5296C-29ED-488A-AB9B-9D9F3E547BC2}" destId="{6B57A735-3CDB-4110-A363-D47701122F3D}" srcOrd="0" destOrd="0" presId="urn:microsoft.com/office/officeart/2005/8/layout/hierarchy2"/>
    <dgm:cxn modelId="{04E32945-1C03-4F73-A79A-A721606C34D8}" type="presParOf" srcId="{0BE5296C-29ED-488A-AB9B-9D9F3E547BC2}" destId="{EB139319-09BF-446F-9D23-6B1B57B73925}" srcOrd="1" destOrd="0" presId="urn:microsoft.com/office/officeart/2005/8/layout/hierarchy2"/>
    <dgm:cxn modelId="{DF9A6E13-DD4F-4213-B000-77915BCBC829}" type="presParOf" srcId="{EB139319-09BF-446F-9D23-6B1B57B73925}" destId="{61DC57C7-075B-4288-9321-710C6F390EA4}" srcOrd="0" destOrd="0" presId="urn:microsoft.com/office/officeart/2005/8/layout/hierarchy2"/>
    <dgm:cxn modelId="{045C56F8-A13E-4359-B0A1-9B31845447FF}" type="presParOf" srcId="{61DC57C7-075B-4288-9321-710C6F390EA4}" destId="{F8A5C3F1-7290-4806-A32F-12FDF7B8CE2C}" srcOrd="0" destOrd="0" presId="urn:microsoft.com/office/officeart/2005/8/layout/hierarchy2"/>
    <dgm:cxn modelId="{3023B0AB-7354-4652-BDA4-9A3C17C1307F}" type="presParOf" srcId="{EB139319-09BF-446F-9D23-6B1B57B73925}" destId="{89C9EBE1-BC40-4DFE-B3AA-8FCFCFD83210}" srcOrd="1" destOrd="0" presId="urn:microsoft.com/office/officeart/2005/8/layout/hierarchy2"/>
    <dgm:cxn modelId="{BC4A0BCC-4FF6-4777-A21E-DE490549D047}" type="presParOf" srcId="{89C9EBE1-BC40-4DFE-B3AA-8FCFCFD83210}" destId="{CD8BB1DF-8363-4BEF-B0C3-29FFB997B3E0}" srcOrd="0" destOrd="0" presId="urn:microsoft.com/office/officeart/2005/8/layout/hierarchy2"/>
    <dgm:cxn modelId="{A45DD16C-5522-4FB1-99D1-04224C7D50DF}" type="presParOf" srcId="{89C9EBE1-BC40-4DFE-B3AA-8FCFCFD83210}" destId="{C777E6EB-EAE6-40AA-AD8D-1A83026F1202}" srcOrd="1" destOrd="0" presId="urn:microsoft.com/office/officeart/2005/8/layout/hierarchy2"/>
    <dgm:cxn modelId="{7C5CAC7A-87E4-4FA4-88F9-FBFA5246D10C}" type="presParOf" srcId="{C777E6EB-EAE6-40AA-AD8D-1A83026F1202}" destId="{1D86CAEC-FD9A-4098-BFE2-39B0CCFF1592}" srcOrd="0" destOrd="0" presId="urn:microsoft.com/office/officeart/2005/8/layout/hierarchy2"/>
    <dgm:cxn modelId="{5388EFB3-AB88-426B-916D-E99D314C3972}" type="presParOf" srcId="{1D86CAEC-FD9A-4098-BFE2-39B0CCFF1592}" destId="{EE7A2FC7-534B-4F9A-B257-76E02DA5041F}" srcOrd="0" destOrd="0" presId="urn:microsoft.com/office/officeart/2005/8/layout/hierarchy2"/>
    <dgm:cxn modelId="{876F1FF3-2B5B-49B7-B0CF-FA402F337B8D}" type="presParOf" srcId="{C777E6EB-EAE6-40AA-AD8D-1A83026F1202}" destId="{3B67133F-7854-41EF-9FE8-F238CB47EF48}" srcOrd="1" destOrd="0" presId="urn:microsoft.com/office/officeart/2005/8/layout/hierarchy2"/>
    <dgm:cxn modelId="{BC7ABA92-7E29-41AB-86C3-5F8E56BE79DD}" type="presParOf" srcId="{3B67133F-7854-41EF-9FE8-F238CB47EF48}" destId="{3984C0DF-84C5-4453-9390-689AF4A447D8}" srcOrd="0" destOrd="0" presId="urn:microsoft.com/office/officeart/2005/8/layout/hierarchy2"/>
    <dgm:cxn modelId="{4EAA7AD5-D437-4370-852C-4245CC5CADF2}" type="presParOf" srcId="{3B67133F-7854-41EF-9FE8-F238CB47EF48}" destId="{857837E3-79C3-40E6-BCCC-6BD59470C924}" srcOrd="1" destOrd="0" presId="urn:microsoft.com/office/officeart/2005/8/layout/hierarchy2"/>
    <dgm:cxn modelId="{83B03AF8-5BAC-4EE9-B6B5-092EF6BC2AD1}" type="presParOf" srcId="{857837E3-79C3-40E6-BCCC-6BD59470C924}" destId="{436D44BE-A205-410E-BA8F-41D8E2755CD5}" srcOrd="0" destOrd="0" presId="urn:microsoft.com/office/officeart/2005/8/layout/hierarchy2"/>
    <dgm:cxn modelId="{1812F43C-524D-48AD-94C6-700E069EFA62}" type="presParOf" srcId="{436D44BE-A205-410E-BA8F-41D8E2755CD5}" destId="{63324A8F-5ACA-43B3-941F-2506E0A17CF5}" srcOrd="0" destOrd="0" presId="urn:microsoft.com/office/officeart/2005/8/layout/hierarchy2"/>
    <dgm:cxn modelId="{492C4080-F2C7-406E-94F0-48E70BF8B53D}" type="presParOf" srcId="{857837E3-79C3-40E6-BCCC-6BD59470C924}" destId="{CA5E8B0F-06C3-4E06-A5E2-242680E3A2B0}" srcOrd="1" destOrd="0" presId="urn:microsoft.com/office/officeart/2005/8/layout/hierarchy2"/>
    <dgm:cxn modelId="{AA0ECCE6-0355-4FBB-941A-01C8434DACCF}" type="presParOf" srcId="{CA5E8B0F-06C3-4E06-A5E2-242680E3A2B0}" destId="{B91E8EF6-26D1-4A3E-9645-1E08BE2C0F50}" srcOrd="0" destOrd="0" presId="urn:microsoft.com/office/officeart/2005/8/layout/hierarchy2"/>
    <dgm:cxn modelId="{4954A74F-3B21-4033-832E-AF80475864FE}" type="presParOf" srcId="{CA5E8B0F-06C3-4E06-A5E2-242680E3A2B0}" destId="{DB85A461-FA9B-4501-B4EE-88138839C77A}" srcOrd="1" destOrd="0" presId="urn:microsoft.com/office/officeart/2005/8/layout/hierarchy2"/>
    <dgm:cxn modelId="{667BA3AE-A754-4CCA-94CA-BAB7471D05FE}" type="presParOf" srcId="{C777E6EB-EAE6-40AA-AD8D-1A83026F1202}" destId="{A8364293-FB28-4AF4-96EF-1801CCF51469}" srcOrd="2" destOrd="0" presId="urn:microsoft.com/office/officeart/2005/8/layout/hierarchy2"/>
    <dgm:cxn modelId="{9CE82D54-2DE1-441F-BA14-702CF66F4F65}" type="presParOf" srcId="{A8364293-FB28-4AF4-96EF-1801CCF51469}" destId="{318BEF67-2CA9-4D38-8F4D-454DD465BD1A}" srcOrd="0" destOrd="0" presId="urn:microsoft.com/office/officeart/2005/8/layout/hierarchy2"/>
    <dgm:cxn modelId="{95D2301D-B6E2-4EBD-99CB-BBB685C6C3FE}" type="presParOf" srcId="{C777E6EB-EAE6-40AA-AD8D-1A83026F1202}" destId="{586E0716-7024-468F-9F7F-211B81AE0362}" srcOrd="3" destOrd="0" presId="urn:microsoft.com/office/officeart/2005/8/layout/hierarchy2"/>
    <dgm:cxn modelId="{22BD0169-17DF-49A7-A6DE-899161401F86}" type="presParOf" srcId="{586E0716-7024-468F-9F7F-211B81AE0362}" destId="{540F19EE-2100-4543-92C8-A44A2AB84E8B}" srcOrd="0" destOrd="0" presId="urn:microsoft.com/office/officeart/2005/8/layout/hierarchy2"/>
    <dgm:cxn modelId="{710689C0-832A-43D8-BEB5-D0FB9A5FEB4A}" type="presParOf" srcId="{586E0716-7024-468F-9F7F-211B81AE0362}" destId="{7F456B96-6562-4ABA-89C7-219F42941F96}" srcOrd="1" destOrd="0" presId="urn:microsoft.com/office/officeart/2005/8/layout/hierarchy2"/>
    <dgm:cxn modelId="{127ABD3E-C50B-4A68-AC6F-F884A44ED40C}" type="presParOf" srcId="{7F456B96-6562-4ABA-89C7-219F42941F96}" destId="{F6564ED8-8E62-43D8-8F90-3F97700F77D6}" srcOrd="0" destOrd="0" presId="urn:microsoft.com/office/officeart/2005/8/layout/hierarchy2"/>
    <dgm:cxn modelId="{D38398ED-C514-42F0-9CF4-B94584AC9917}" type="presParOf" srcId="{F6564ED8-8E62-43D8-8F90-3F97700F77D6}" destId="{BDC07444-D03A-49A3-A016-DEC58E3AB1B6}" srcOrd="0" destOrd="0" presId="urn:microsoft.com/office/officeart/2005/8/layout/hierarchy2"/>
    <dgm:cxn modelId="{D4A406F1-E873-4B88-9B1E-5DB515AA5751}" type="presParOf" srcId="{7F456B96-6562-4ABA-89C7-219F42941F96}" destId="{0FA30CA7-6AA0-40F7-A3FA-4B22D14C0FE9}" srcOrd="1" destOrd="0" presId="urn:microsoft.com/office/officeart/2005/8/layout/hierarchy2"/>
    <dgm:cxn modelId="{321422BF-FA91-4B58-97F3-7EA85915975A}" type="presParOf" srcId="{0FA30CA7-6AA0-40F7-A3FA-4B22D14C0FE9}" destId="{6D47C7F6-7573-4AC0-B56B-E204EA65A583}" srcOrd="0" destOrd="0" presId="urn:microsoft.com/office/officeart/2005/8/layout/hierarchy2"/>
    <dgm:cxn modelId="{CE9E8A28-694C-4F9A-A501-D33D2F62A0E8}" type="presParOf" srcId="{0FA30CA7-6AA0-40F7-A3FA-4B22D14C0FE9}" destId="{DA30EEEA-2F0D-4FFC-9CC3-9487FD5AC928}" srcOrd="1" destOrd="0" presId="urn:microsoft.com/office/officeart/2005/8/layout/hierarchy2"/>
    <dgm:cxn modelId="{BD6D5F68-F40C-4B2A-9B27-A5F60719449B}" type="presParOf" srcId="{DA30EEEA-2F0D-4FFC-9CC3-9487FD5AC928}" destId="{00EBF872-568E-4FBC-A554-38A75FDFCE01}" srcOrd="0" destOrd="0" presId="urn:microsoft.com/office/officeart/2005/8/layout/hierarchy2"/>
    <dgm:cxn modelId="{28C84E1B-02B3-4B70-B4CF-97365B9D631B}" type="presParOf" srcId="{00EBF872-568E-4FBC-A554-38A75FDFCE01}" destId="{479332FF-2FF4-4726-89B6-A846C44EDF3E}" srcOrd="0" destOrd="0" presId="urn:microsoft.com/office/officeart/2005/8/layout/hierarchy2"/>
    <dgm:cxn modelId="{DD6F2622-11D8-401D-9E09-F821716292BD}" type="presParOf" srcId="{DA30EEEA-2F0D-4FFC-9CC3-9487FD5AC928}" destId="{DE41D019-0F0B-4AA5-8796-FE4AF59BFF6A}" srcOrd="1" destOrd="0" presId="urn:microsoft.com/office/officeart/2005/8/layout/hierarchy2"/>
    <dgm:cxn modelId="{ED0E6272-7211-474E-998D-86E83DA3DD9A}" type="presParOf" srcId="{DE41D019-0F0B-4AA5-8796-FE4AF59BFF6A}" destId="{9A628643-34BB-46DF-A21C-94E6F42FE0D9}" srcOrd="0" destOrd="0" presId="urn:microsoft.com/office/officeart/2005/8/layout/hierarchy2"/>
    <dgm:cxn modelId="{995100C8-B586-468B-9098-47F4E1FC3785}" type="presParOf" srcId="{DE41D019-0F0B-4AA5-8796-FE4AF59BFF6A}" destId="{6FCF1843-01BA-4AA6-9BC8-7115C8293EA5}" srcOrd="1" destOrd="0" presId="urn:microsoft.com/office/officeart/2005/8/layout/hierarchy2"/>
    <dgm:cxn modelId="{83CFF39C-876D-42DA-953A-1DF31E62C026}" type="presParOf" srcId="{7F456B96-6562-4ABA-89C7-219F42941F96}" destId="{52DA4ACC-E647-4365-B4B2-AFC62DB0E6F6}" srcOrd="2" destOrd="0" presId="urn:microsoft.com/office/officeart/2005/8/layout/hierarchy2"/>
    <dgm:cxn modelId="{9A056200-80D3-4E2B-981A-5B907E8891D0}" type="presParOf" srcId="{52DA4ACC-E647-4365-B4B2-AFC62DB0E6F6}" destId="{B658D557-9703-4DB4-8CF6-EF13A9009233}" srcOrd="0" destOrd="0" presId="urn:microsoft.com/office/officeart/2005/8/layout/hierarchy2"/>
    <dgm:cxn modelId="{FC4C30A6-189B-4FA0-AB94-C2BD59AF4C3B}" type="presParOf" srcId="{7F456B96-6562-4ABA-89C7-219F42941F96}" destId="{C4A4FE2A-2313-42DF-9859-3ED01A2A0DF8}" srcOrd="3" destOrd="0" presId="urn:microsoft.com/office/officeart/2005/8/layout/hierarchy2"/>
    <dgm:cxn modelId="{D72C84D4-7DE6-4C03-A681-B8C1A71DAC4B}" type="presParOf" srcId="{C4A4FE2A-2313-42DF-9859-3ED01A2A0DF8}" destId="{7D9697DA-9044-4387-86CB-6929D40C1081}" srcOrd="0" destOrd="0" presId="urn:microsoft.com/office/officeart/2005/8/layout/hierarchy2"/>
    <dgm:cxn modelId="{0A9942D7-8388-45E4-9DDB-189D4E9E252D}" type="presParOf" srcId="{C4A4FE2A-2313-42DF-9859-3ED01A2A0DF8}" destId="{B888B888-72FF-4328-8088-F79E91A24D42}" srcOrd="1" destOrd="0" presId="urn:microsoft.com/office/officeart/2005/8/layout/hierarchy2"/>
    <dgm:cxn modelId="{7054E9E8-2A7D-47FA-BE80-3754F45D882B}" type="presParOf" srcId="{B888B888-72FF-4328-8088-F79E91A24D42}" destId="{1B0DD306-5B98-45C8-9C98-703D4A7B8EEA}" srcOrd="0" destOrd="0" presId="urn:microsoft.com/office/officeart/2005/8/layout/hierarchy2"/>
    <dgm:cxn modelId="{1D36D538-1070-4A68-8C8F-E8785C041235}" type="presParOf" srcId="{1B0DD306-5B98-45C8-9C98-703D4A7B8EEA}" destId="{0E6FBF0F-EB87-4C3C-BEDE-8FA5BB1571C9}" srcOrd="0" destOrd="0" presId="urn:microsoft.com/office/officeart/2005/8/layout/hierarchy2"/>
    <dgm:cxn modelId="{210E53B0-BA49-4A72-ACB3-39B0F64AE218}" type="presParOf" srcId="{B888B888-72FF-4328-8088-F79E91A24D42}" destId="{D0D29F4D-577A-4FBE-901D-8DA302808B8C}" srcOrd="1" destOrd="0" presId="urn:microsoft.com/office/officeart/2005/8/layout/hierarchy2"/>
    <dgm:cxn modelId="{561F4A3F-BA57-42FB-9580-B3FA62F89A39}" type="presParOf" srcId="{D0D29F4D-577A-4FBE-901D-8DA302808B8C}" destId="{6F9A75CC-E50A-4830-9427-F1F52240012B}" srcOrd="0" destOrd="0" presId="urn:microsoft.com/office/officeart/2005/8/layout/hierarchy2"/>
    <dgm:cxn modelId="{7369BD43-EB4A-4A8F-8DBE-0724BF3718EB}" type="presParOf" srcId="{D0D29F4D-577A-4FBE-901D-8DA302808B8C}" destId="{7C20138F-A17C-42B7-9115-06D90DE13D82}" srcOrd="1" destOrd="0" presId="urn:microsoft.com/office/officeart/2005/8/layout/hierarchy2"/>
    <dgm:cxn modelId="{320DA1C8-1F23-4D2E-9757-CE9D10F89AF3}" type="presParOf" srcId="{7C20138F-A17C-42B7-9115-06D90DE13D82}" destId="{6AC56E68-EEA1-4487-A9C9-D61A059E80A1}" srcOrd="0" destOrd="0" presId="urn:microsoft.com/office/officeart/2005/8/layout/hierarchy2"/>
    <dgm:cxn modelId="{83B69689-3BFA-4329-BB34-D06A48F2108C}" type="presParOf" srcId="{6AC56E68-EEA1-4487-A9C9-D61A059E80A1}" destId="{7AF1BA48-57B6-4625-B709-F880F0AC85B4}" srcOrd="0" destOrd="0" presId="urn:microsoft.com/office/officeart/2005/8/layout/hierarchy2"/>
    <dgm:cxn modelId="{55D11721-1954-42B0-98E7-63B70FCB962F}" type="presParOf" srcId="{7C20138F-A17C-42B7-9115-06D90DE13D82}" destId="{EB3DD248-8039-4B0E-901D-7B79C6D5A7FF}" srcOrd="1" destOrd="0" presId="urn:microsoft.com/office/officeart/2005/8/layout/hierarchy2"/>
    <dgm:cxn modelId="{02F69B9F-ECA5-4716-8063-3D3ECA155D32}" type="presParOf" srcId="{EB3DD248-8039-4B0E-901D-7B79C6D5A7FF}" destId="{E3D99440-3912-45BB-B35B-CD5C0CFC1DE5}" srcOrd="0" destOrd="0" presId="urn:microsoft.com/office/officeart/2005/8/layout/hierarchy2"/>
    <dgm:cxn modelId="{99B2D76A-502D-4735-99B2-755DB03A42D3}" type="presParOf" srcId="{EB3DD248-8039-4B0E-901D-7B79C6D5A7FF}" destId="{839E989E-06B5-4B0E-AA55-EB17BB4CCF7A}" srcOrd="1" destOrd="0" presId="urn:microsoft.com/office/officeart/2005/8/layout/hierarchy2"/>
    <dgm:cxn modelId="{0B804633-487D-49FB-9327-C6C781204A21}" type="presParOf" srcId="{B888B888-72FF-4328-8088-F79E91A24D42}" destId="{3CFD5F19-1019-4379-9C10-EDD988912B2A}" srcOrd="2" destOrd="0" presId="urn:microsoft.com/office/officeart/2005/8/layout/hierarchy2"/>
    <dgm:cxn modelId="{7C27364B-BDFD-46C6-9551-56F9E487D2A0}" type="presParOf" srcId="{3CFD5F19-1019-4379-9C10-EDD988912B2A}" destId="{446B3279-8B4F-4B93-8212-1F2107A27B1B}" srcOrd="0" destOrd="0" presId="urn:microsoft.com/office/officeart/2005/8/layout/hierarchy2"/>
    <dgm:cxn modelId="{F33FC351-05C1-4613-A37B-C4218AB8C9BF}" type="presParOf" srcId="{B888B888-72FF-4328-8088-F79E91A24D42}" destId="{1AA0067A-01A7-4855-A8A9-73C7FA62CDCE}" srcOrd="3" destOrd="0" presId="urn:microsoft.com/office/officeart/2005/8/layout/hierarchy2"/>
    <dgm:cxn modelId="{AB8C94C2-084B-4271-86A8-B6E74C18E469}" type="presParOf" srcId="{1AA0067A-01A7-4855-A8A9-73C7FA62CDCE}" destId="{06B4E1B1-FD1F-4BE0-95EA-F64461CCBC33}" srcOrd="0" destOrd="0" presId="urn:microsoft.com/office/officeart/2005/8/layout/hierarchy2"/>
    <dgm:cxn modelId="{270D666F-23D3-40E4-93E9-09CEC3DFAFF8}" type="presParOf" srcId="{1AA0067A-01A7-4855-A8A9-73C7FA62CDCE}" destId="{BE5EF54E-6C83-4E56-9E93-8E12D2DFD69C}" srcOrd="1" destOrd="0" presId="urn:microsoft.com/office/officeart/2005/8/layout/hierarchy2"/>
    <dgm:cxn modelId="{A6B171E7-AD74-4CFB-AA7E-B30DA4CCCB47}" type="presParOf" srcId="{BE5EF54E-6C83-4E56-9E93-8E12D2DFD69C}" destId="{005864AB-8A21-4710-9A27-CD2D50C031A1}" srcOrd="0" destOrd="0" presId="urn:microsoft.com/office/officeart/2005/8/layout/hierarchy2"/>
    <dgm:cxn modelId="{C180B26D-049B-4E54-8FB3-25DB1B3A54BC}" type="presParOf" srcId="{005864AB-8A21-4710-9A27-CD2D50C031A1}" destId="{C2DED081-318A-4B7B-92AE-C80D2220CD99}" srcOrd="0" destOrd="0" presId="urn:microsoft.com/office/officeart/2005/8/layout/hierarchy2"/>
    <dgm:cxn modelId="{8D2D3BFE-6603-4728-A345-E36175B24CD8}" type="presParOf" srcId="{BE5EF54E-6C83-4E56-9E93-8E12D2DFD69C}" destId="{18DEEB35-7D2E-4803-9870-7A48F9A5E1DB}" srcOrd="1" destOrd="0" presId="urn:microsoft.com/office/officeart/2005/8/layout/hierarchy2"/>
    <dgm:cxn modelId="{9BB1AD30-2293-4FD6-B5C3-407837B7A333}" type="presParOf" srcId="{18DEEB35-7D2E-4803-9870-7A48F9A5E1DB}" destId="{F99D9F52-B636-432C-8208-9B530EEB1191}" srcOrd="0" destOrd="0" presId="urn:microsoft.com/office/officeart/2005/8/layout/hierarchy2"/>
    <dgm:cxn modelId="{FA471795-05C2-4512-AAA5-CA268AAC64BE}" type="presParOf" srcId="{18DEEB35-7D2E-4803-9870-7A48F9A5E1DB}" destId="{9F51BF39-E498-4846-840D-6FC49BB10C4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7A735-3CDB-4110-A363-D47701122F3D}">
      <dsp:nvSpPr>
        <dsp:cNvPr id="0" name=""/>
        <dsp:cNvSpPr/>
      </dsp:nvSpPr>
      <dsp:spPr>
        <a:xfrm>
          <a:off x="3855" y="2007979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Transaction Request</a:t>
          </a:r>
        </a:p>
      </dsp:txBody>
      <dsp:txXfrm>
        <a:off x="25359" y="2029483"/>
        <a:ext cx="1425394" cy="691193"/>
      </dsp:txXfrm>
    </dsp:sp>
    <dsp:sp modelId="{61DC57C7-075B-4288-9321-710C6F390EA4}">
      <dsp:nvSpPr>
        <dsp:cNvPr id="0" name=""/>
        <dsp:cNvSpPr/>
      </dsp:nvSpPr>
      <dsp:spPr>
        <a:xfrm>
          <a:off x="1472257" y="2363698"/>
          <a:ext cx="58736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87360" y="1138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751254" y="2360396"/>
        <a:ext cx="29368" cy="29368"/>
      </dsp:txXfrm>
    </dsp:sp>
    <dsp:sp modelId="{CD8BB1DF-8363-4BEF-B0C3-29FFB997B3E0}">
      <dsp:nvSpPr>
        <dsp:cNvPr id="0" name=""/>
        <dsp:cNvSpPr/>
      </dsp:nvSpPr>
      <dsp:spPr>
        <a:xfrm>
          <a:off x="2059618" y="2007979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Transaction Monitoring Form required</a:t>
          </a:r>
        </a:p>
      </dsp:txBody>
      <dsp:txXfrm>
        <a:off x="2081122" y="2029483"/>
        <a:ext cx="1425394" cy="691193"/>
      </dsp:txXfrm>
    </dsp:sp>
    <dsp:sp modelId="{1D86CAEC-FD9A-4098-BFE2-39B0CCFF1592}">
      <dsp:nvSpPr>
        <dsp:cNvPr id="0" name=""/>
        <dsp:cNvSpPr/>
      </dsp:nvSpPr>
      <dsp:spPr>
        <a:xfrm rot="18509147">
          <a:off x="3349789" y="1994303"/>
          <a:ext cx="94382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43823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798105" y="1982089"/>
        <a:ext cx="47191" cy="47191"/>
      </dsp:txXfrm>
    </dsp:sp>
    <dsp:sp modelId="{3984C0DF-84C5-4453-9390-689AF4A447D8}">
      <dsp:nvSpPr>
        <dsp:cNvPr id="0" name=""/>
        <dsp:cNvSpPr/>
      </dsp:nvSpPr>
      <dsp:spPr>
        <a:xfrm>
          <a:off x="4115381" y="1269189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PEP</a:t>
          </a:r>
        </a:p>
      </dsp:txBody>
      <dsp:txXfrm>
        <a:off x="4136885" y="1290693"/>
        <a:ext cx="1425394" cy="691193"/>
      </dsp:txXfrm>
    </dsp:sp>
    <dsp:sp modelId="{436D44BE-A205-410E-BA8F-41D8E2755CD5}">
      <dsp:nvSpPr>
        <dsp:cNvPr id="0" name=""/>
        <dsp:cNvSpPr/>
      </dsp:nvSpPr>
      <dsp:spPr>
        <a:xfrm>
          <a:off x="5583783" y="1624908"/>
          <a:ext cx="58736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87360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862779" y="1621606"/>
        <a:ext cx="29368" cy="29368"/>
      </dsp:txXfrm>
    </dsp:sp>
    <dsp:sp modelId="{B91E8EF6-26D1-4A3E-9645-1E08BE2C0F50}">
      <dsp:nvSpPr>
        <dsp:cNvPr id="0" name=""/>
        <dsp:cNvSpPr/>
      </dsp:nvSpPr>
      <dsp:spPr>
        <a:xfrm>
          <a:off x="6171144" y="1269189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Senior Approval/FIU filling</a:t>
          </a:r>
        </a:p>
      </dsp:txBody>
      <dsp:txXfrm>
        <a:off x="6192648" y="1290693"/>
        <a:ext cx="1425394" cy="691193"/>
      </dsp:txXfrm>
    </dsp:sp>
    <dsp:sp modelId="{A8364293-FB28-4AF4-96EF-1801CCF51469}">
      <dsp:nvSpPr>
        <dsp:cNvPr id="0" name=""/>
        <dsp:cNvSpPr/>
      </dsp:nvSpPr>
      <dsp:spPr>
        <a:xfrm rot="3090853">
          <a:off x="3349789" y="2733093"/>
          <a:ext cx="94382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43823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798105" y="2720879"/>
        <a:ext cx="47191" cy="47191"/>
      </dsp:txXfrm>
    </dsp:sp>
    <dsp:sp modelId="{540F19EE-2100-4543-92C8-A44A2AB84E8B}">
      <dsp:nvSpPr>
        <dsp:cNvPr id="0" name=""/>
        <dsp:cNvSpPr/>
      </dsp:nvSpPr>
      <dsp:spPr>
        <a:xfrm>
          <a:off x="4115381" y="2746769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No PEP</a:t>
          </a:r>
        </a:p>
      </dsp:txBody>
      <dsp:txXfrm>
        <a:off x="4136885" y="2768273"/>
        <a:ext cx="1425394" cy="691193"/>
      </dsp:txXfrm>
    </dsp:sp>
    <dsp:sp modelId="{F6564ED8-8E62-43D8-8F90-3F97700F77D6}">
      <dsp:nvSpPr>
        <dsp:cNvPr id="0" name=""/>
        <dsp:cNvSpPr/>
      </dsp:nvSpPr>
      <dsp:spPr>
        <a:xfrm rot="18770822">
          <a:off x="5445608" y="2785863"/>
          <a:ext cx="86371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863710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855871" y="2775652"/>
        <a:ext cx="43185" cy="43185"/>
      </dsp:txXfrm>
    </dsp:sp>
    <dsp:sp modelId="{6D47C7F6-7573-4AC0-B56B-E204EA65A583}">
      <dsp:nvSpPr>
        <dsp:cNvPr id="0" name=""/>
        <dsp:cNvSpPr/>
      </dsp:nvSpPr>
      <dsp:spPr>
        <a:xfrm>
          <a:off x="6171144" y="2113520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High-Risk country involved</a:t>
          </a:r>
        </a:p>
      </dsp:txBody>
      <dsp:txXfrm>
        <a:off x="6192648" y="2135024"/>
        <a:ext cx="1425394" cy="691193"/>
      </dsp:txXfrm>
    </dsp:sp>
    <dsp:sp modelId="{00EBF872-568E-4FBC-A554-38A75FDFCE01}">
      <dsp:nvSpPr>
        <dsp:cNvPr id="0" name=""/>
        <dsp:cNvSpPr/>
      </dsp:nvSpPr>
      <dsp:spPr>
        <a:xfrm>
          <a:off x="7639546" y="2469239"/>
          <a:ext cx="58736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87360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918542" y="2465937"/>
        <a:ext cx="29368" cy="29368"/>
      </dsp:txXfrm>
    </dsp:sp>
    <dsp:sp modelId="{9A628643-34BB-46DF-A21C-94E6F42FE0D9}">
      <dsp:nvSpPr>
        <dsp:cNvPr id="0" name=""/>
        <dsp:cNvSpPr/>
      </dsp:nvSpPr>
      <dsp:spPr>
        <a:xfrm>
          <a:off x="8226907" y="2113520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Senior Approval/FIU filling</a:t>
          </a:r>
        </a:p>
      </dsp:txBody>
      <dsp:txXfrm>
        <a:off x="8248411" y="2135024"/>
        <a:ext cx="1425394" cy="691193"/>
      </dsp:txXfrm>
    </dsp:sp>
    <dsp:sp modelId="{52DA4ACC-E647-4365-B4B2-AFC62DB0E6F6}">
      <dsp:nvSpPr>
        <dsp:cNvPr id="0" name=""/>
        <dsp:cNvSpPr/>
      </dsp:nvSpPr>
      <dsp:spPr>
        <a:xfrm rot="2829178">
          <a:off x="5445608" y="3419112"/>
          <a:ext cx="86371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863710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855871" y="3408901"/>
        <a:ext cx="43185" cy="43185"/>
      </dsp:txXfrm>
    </dsp:sp>
    <dsp:sp modelId="{7D9697DA-9044-4387-86CB-6929D40C1081}">
      <dsp:nvSpPr>
        <dsp:cNvPr id="0" name=""/>
        <dsp:cNvSpPr/>
      </dsp:nvSpPr>
      <dsp:spPr>
        <a:xfrm>
          <a:off x="6171144" y="3380017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No High-Risk country involved</a:t>
          </a:r>
        </a:p>
      </dsp:txBody>
      <dsp:txXfrm>
        <a:off x="6192648" y="3401521"/>
        <a:ext cx="1425394" cy="691193"/>
      </dsp:txXfrm>
    </dsp:sp>
    <dsp:sp modelId="{1B0DD306-5B98-45C8-9C98-703D4A7B8EEA}">
      <dsp:nvSpPr>
        <dsp:cNvPr id="0" name=""/>
        <dsp:cNvSpPr/>
      </dsp:nvSpPr>
      <dsp:spPr>
        <a:xfrm rot="19457599">
          <a:off x="7571558" y="3524653"/>
          <a:ext cx="72333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723337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915143" y="3517951"/>
        <a:ext cx="36166" cy="36166"/>
      </dsp:txXfrm>
    </dsp:sp>
    <dsp:sp modelId="{6F9A75CC-E50A-4830-9427-F1F52240012B}">
      <dsp:nvSpPr>
        <dsp:cNvPr id="0" name=""/>
        <dsp:cNvSpPr/>
      </dsp:nvSpPr>
      <dsp:spPr>
        <a:xfrm>
          <a:off x="8226907" y="2957852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Suspicions pattern</a:t>
          </a:r>
        </a:p>
      </dsp:txBody>
      <dsp:txXfrm>
        <a:off x="8248411" y="2979356"/>
        <a:ext cx="1425394" cy="691193"/>
      </dsp:txXfrm>
    </dsp:sp>
    <dsp:sp modelId="{6AC56E68-EEA1-4487-A9C9-D61A059E80A1}">
      <dsp:nvSpPr>
        <dsp:cNvPr id="0" name=""/>
        <dsp:cNvSpPr/>
      </dsp:nvSpPr>
      <dsp:spPr>
        <a:xfrm>
          <a:off x="9695309" y="3313570"/>
          <a:ext cx="58736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87360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974305" y="3310268"/>
        <a:ext cx="29368" cy="29368"/>
      </dsp:txXfrm>
    </dsp:sp>
    <dsp:sp modelId="{E3D99440-3912-45BB-B35B-CD5C0CFC1DE5}">
      <dsp:nvSpPr>
        <dsp:cNvPr id="0" name=""/>
        <dsp:cNvSpPr/>
      </dsp:nvSpPr>
      <dsp:spPr>
        <a:xfrm>
          <a:off x="10282670" y="2957852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Senior Approval/FIU filling</a:t>
          </a:r>
        </a:p>
      </dsp:txBody>
      <dsp:txXfrm>
        <a:off x="10304174" y="2979356"/>
        <a:ext cx="1425394" cy="691193"/>
      </dsp:txXfrm>
    </dsp:sp>
    <dsp:sp modelId="{3CFD5F19-1019-4379-9C10-EDD988912B2A}">
      <dsp:nvSpPr>
        <dsp:cNvPr id="0" name=""/>
        <dsp:cNvSpPr/>
      </dsp:nvSpPr>
      <dsp:spPr>
        <a:xfrm rot="2142401">
          <a:off x="7571558" y="3946819"/>
          <a:ext cx="72333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723337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915143" y="3940117"/>
        <a:ext cx="36166" cy="36166"/>
      </dsp:txXfrm>
    </dsp:sp>
    <dsp:sp modelId="{06B4E1B1-FD1F-4BE0-95EA-F64461CCBC33}">
      <dsp:nvSpPr>
        <dsp:cNvPr id="0" name=""/>
        <dsp:cNvSpPr/>
      </dsp:nvSpPr>
      <dsp:spPr>
        <a:xfrm>
          <a:off x="8226907" y="3802183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No suspicious pattern</a:t>
          </a:r>
        </a:p>
      </dsp:txBody>
      <dsp:txXfrm>
        <a:off x="8248411" y="3823687"/>
        <a:ext cx="1425394" cy="691193"/>
      </dsp:txXfrm>
    </dsp:sp>
    <dsp:sp modelId="{005864AB-8A21-4710-9A27-CD2D50C031A1}">
      <dsp:nvSpPr>
        <dsp:cNvPr id="0" name=""/>
        <dsp:cNvSpPr/>
      </dsp:nvSpPr>
      <dsp:spPr>
        <a:xfrm>
          <a:off x="9695309" y="4157901"/>
          <a:ext cx="58736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87360" y="1138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9974305" y="4154599"/>
        <a:ext cx="29368" cy="29368"/>
      </dsp:txXfrm>
    </dsp:sp>
    <dsp:sp modelId="{F99D9F52-B636-432C-8208-9B530EEB1191}">
      <dsp:nvSpPr>
        <dsp:cNvPr id="0" name=""/>
        <dsp:cNvSpPr/>
      </dsp:nvSpPr>
      <dsp:spPr>
        <a:xfrm>
          <a:off x="10282670" y="3802183"/>
          <a:ext cx="1468402" cy="7342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No Senior Approval</a:t>
          </a:r>
        </a:p>
      </dsp:txBody>
      <dsp:txXfrm>
        <a:off x="10304174" y="3823687"/>
        <a:ext cx="1425394" cy="691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DB37-4E6B-00F9-08E0-554FACF01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6EED8-6A15-C7B4-0DC2-62ABD4647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66D54-EC21-E229-08C5-2B6E2584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FF812-D5CD-61C7-8AA0-94E1EF18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403DC-5915-55BF-A4A5-1299AF46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24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A035-9A80-ACF7-D95E-05DF8526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27BB-64F5-DC76-E5DA-33FA17076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F64F6-2898-C72E-1C24-115EE3F1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ACE7-37BA-0861-760D-D880BEC4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40A89-610F-974D-F40A-FAC52EA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5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F7A8-AAC9-586E-C355-0E5B14F5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5D8DD-3077-691C-03CC-BD9212F7C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81761-A462-36A9-AFE5-CFB26BE7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50BE0-2F91-5ECF-18F7-98CA1332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E1EAB-749B-1D08-D2E3-8141F29C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6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F5CB-C23B-AA18-4AAE-6BB55397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3A0DA-7E7D-DCDF-6D66-8D9938758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8A944-B84D-0924-3158-D8078D8C8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D0AAE-50E7-71FF-96F4-7EF0033F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E038B-59F0-FD6E-EF8B-95C9C272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35CE4-96D2-69BA-C6D2-B8F52801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0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69EE-2AA6-48D6-BE83-54C7B351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758E5-8139-5DEC-C81B-14FC57BE5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C2A20-64FE-3254-A7B3-ACA50D8CF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52705-B70E-579F-86EE-B1BFE5B4D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D843A-7276-3D3D-00BB-F22E034E5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EF9C95-0EB5-2744-7E22-BA02C1E3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28C58-DD8B-EBBC-224D-C7E7DD17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18B1D-820D-3A5A-5215-6CD99A04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01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48EF-BC92-D68A-171E-46C39295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C2718-449A-3CB2-7CED-2323CD96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4773D-9882-2E31-1567-62112A73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74365-BC6B-4D71-B2EC-E40F2FB1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9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239CB-4EE8-D22C-41F1-A6984847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762FE-1A2C-D355-F9F0-23FA56F7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0551B-330D-88A5-EE14-D77FD704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40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2E8C-12AF-D45A-7FA4-673ED761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7E4E4-8D30-DA90-53B2-3F5430D41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79C3D-1F62-9861-3653-E2A518188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57BDB-5D42-7B71-0AC0-CA95602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90261-376E-A4F9-FA8B-A59EFF5E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D08DD-17C0-8454-C930-2048F81D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DD08-AD19-9E02-A59A-D9D19959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0A56D-2424-590D-FD06-C749AE740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C1EA7-D0AD-A9AF-6831-AF715CA16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FC3C9-E0EF-3958-80D4-3AC44B7D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52E-E91F-033C-9F8F-FE76D71F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88A66-FDD6-2F13-9A16-6EBC44C3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70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449B-D0BB-046E-DD7F-47F75C22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1A08F-D5AC-E6EF-25A9-1B7B76895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C17A6-5473-6806-8D20-99720751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88BE2-7DAF-DFDE-7169-476199C2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F8D5D-27D9-A693-5D40-FB0C05D6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7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49FBC-9ADE-9205-C2CD-7C22A25B7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9942D-0B29-9A8C-B3CE-0A505ECA2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08B3A-89EA-D6C6-FD65-09DCCA1A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D66ED-FA1C-31B7-4445-0FFF5D10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6D9E0-1FEC-2968-09DF-4AE8C6FC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76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B9CC1-BA7B-5364-5C28-CA81E7A1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CF308-65C6-C325-2F4D-ABDBBF737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9628F-ED64-C4AF-6E6A-70680CBFE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ABF08-31CD-4791-926A-45ABC37AD7CA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FCF3F-5F97-9A18-0A71-DC85E5020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81A44-F839-7D72-E905-E0FDBF83A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F7EA0-1531-4B12-9FD2-2F3CE7F255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02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B68713-1394-995C-8B1B-7F2208A5A8C6}"/>
              </a:ext>
            </a:extLst>
          </p:cNvPr>
          <p:cNvSpPr txBox="1"/>
          <p:nvPr/>
        </p:nvSpPr>
        <p:spPr>
          <a:xfrm>
            <a:off x="258792" y="5805574"/>
            <a:ext cx="11714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This Transaction Monitoring Process is provided exclusively for the purpose of showcasing my professional skills of translating a regulatory requirement into a process. It does not necessarily represent, nor should it be interpreted as, the official processes, procedures, or practices in place at my former employer.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530AD83-C116-E298-D92F-7F3B947DEA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9132409"/>
              </p:ext>
            </p:extLst>
          </p:nvPr>
        </p:nvGraphicFramePr>
        <p:xfrm>
          <a:off x="218536" y="0"/>
          <a:ext cx="11754928" cy="5805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37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PECCATTE</dc:creator>
  <cp:lastModifiedBy>Emmanuel PECCATTE</cp:lastModifiedBy>
  <cp:revision>2</cp:revision>
  <dcterms:created xsi:type="dcterms:W3CDTF">2026-02-19T16:45:17Z</dcterms:created>
  <dcterms:modified xsi:type="dcterms:W3CDTF">2026-02-19T17:13:51Z</dcterms:modified>
</cp:coreProperties>
</file>