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472747-6918-4CB6-B8B8-1E513A743D9C}" v="4" dt="2026-02-19T17:27:56.091"/>
    <p1510:client id="{FF533A47-9E5A-410E-B527-9EAE1A7ADE71}" v="10" dt="2026-02-19T17:06:00.4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56" d="100"/>
          <a:sy n="56" d="100"/>
        </p:scale>
        <p:origin x="1296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manuel PECCATTE" userId="53eb2a209ee49e09" providerId="LiveId" clId="{90D9BAC5-4BCB-4A1B-B27A-61E29BA55326}"/>
    <pc:docChg chg="custSel modSld">
      <pc:chgData name="Emmanuel PECCATTE" userId="53eb2a209ee49e09" providerId="LiveId" clId="{90D9BAC5-4BCB-4A1B-B27A-61E29BA55326}" dt="2026-02-19T17:27:56.088" v="214" actId="207"/>
      <pc:docMkLst>
        <pc:docMk/>
      </pc:docMkLst>
      <pc:sldChg chg="modSp mod">
        <pc:chgData name="Emmanuel PECCATTE" userId="53eb2a209ee49e09" providerId="LiveId" clId="{90D9BAC5-4BCB-4A1B-B27A-61E29BA55326}" dt="2026-02-19T17:27:56.088" v="214" actId="207"/>
        <pc:sldMkLst>
          <pc:docMk/>
          <pc:sldMk cId="1615374398" sldId="256"/>
        </pc:sldMkLst>
        <pc:graphicFrameChg chg="mod modGraphic">
          <ac:chgData name="Emmanuel PECCATTE" userId="53eb2a209ee49e09" providerId="LiveId" clId="{90D9BAC5-4BCB-4A1B-B27A-61E29BA55326}" dt="2026-02-19T17:27:56.088" v="214" actId="207"/>
          <ac:graphicFrameMkLst>
            <pc:docMk/>
            <pc:sldMk cId="1615374398" sldId="256"/>
            <ac:graphicFrameMk id="6" creationId="{7530AD83-C116-E298-D92F-7F3B947DEA23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5E089D6-7F20-4049-8DA9-887411CF45F7}" type="doc">
      <dgm:prSet loTypeId="urn:microsoft.com/office/officeart/2005/8/layout/hierarchy2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GB"/>
        </a:p>
      </dgm:t>
    </dgm:pt>
    <dgm:pt modelId="{88A6A355-E750-427C-AAC4-A68577A20544}">
      <dgm:prSet phldrT="[Text]" phldr="0"/>
      <dgm:spPr/>
      <dgm:t>
        <a:bodyPr/>
        <a:lstStyle/>
        <a:p>
          <a:r>
            <a:rPr lang="en-US" noProof="0" dirty="0"/>
            <a:t>Transaction Request</a:t>
          </a:r>
        </a:p>
      </dgm:t>
    </dgm:pt>
    <dgm:pt modelId="{7E3EA5D6-BF43-46F7-81A0-9704A7994A9A}" type="parTrans" cxnId="{9E082672-BADB-49FB-B9C4-C6C43BF72C68}">
      <dgm:prSet/>
      <dgm:spPr/>
      <dgm:t>
        <a:bodyPr/>
        <a:lstStyle/>
        <a:p>
          <a:endParaRPr lang="en-GB"/>
        </a:p>
      </dgm:t>
    </dgm:pt>
    <dgm:pt modelId="{6CC398AE-C281-480F-AA17-FD51CBDC4BB2}" type="sibTrans" cxnId="{9E082672-BADB-49FB-B9C4-C6C43BF72C68}">
      <dgm:prSet/>
      <dgm:spPr/>
      <dgm:t>
        <a:bodyPr/>
        <a:lstStyle/>
        <a:p>
          <a:endParaRPr lang="en-GB"/>
        </a:p>
      </dgm:t>
    </dgm:pt>
    <dgm:pt modelId="{1A341105-740E-4292-91FF-50284CBBEEDB}">
      <dgm:prSet phldrT="[Text]" phldr="0"/>
      <dgm:spPr/>
      <dgm:t>
        <a:bodyPr/>
        <a:lstStyle/>
        <a:p>
          <a:r>
            <a:rPr lang="en-US" noProof="0" dirty="0"/>
            <a:t>PEP</a:t>
          </a:r>
        </a:p>
      </dgm:t>
    </dgm:pt>
    <dgm:pt modelId="{847E0392-C15B-4096-BB0A-2059B1C128D7}" type="parTrans" cxnId="{F94DBAE8-EDCB-40B1-9339-B3B6F675C6C7}">
      <dgm:prSet/>
      <dgm:spPr/>
      <dgm:t>
        <a:bodyPr/>
        <a:lstStyle/>
        <a:p>
          <a:endParaRPr lang="en-GB"/>
        </a:p>
      </dgm:t>
    </dgm:pt>
    <dgm:pt modelId="{4DC30CEF-1CD2-40A6-BA17-598B92018CD9}" type="sibTrans" cxnId="{F94DBAE8-EDCB-40B1-9339-B3B6F675C6C7}">
      <dgm:prSet/>
      <dgm:spPr/>
      <dgm:t>
        <a:bodyPr/>
        <a:lstStyle/>
        <a:p>
          <a:endParaRPr lang="en-GB"/>
        </a:p>
      </dgm:t>
    </dgm:pt>
    <dgm:pt modelId="{6EEC38E1-8C21-4C5A-9A91-92FCA9D299A3}">
      <dgm:prSet phldrT="[Text]" phldr="0"/>
      <dgm:spPr/>
      <dgm:t>
        <a:bodyPr/>
        <a:lstStyle/>
        <a:p>
          <a:r>
            <a:rPr lang="en-US" noProof="0" dirty="0"/>
            <a:t>No PEP</a:t>
          </a:r>
        </a:p>
      </dgm:t>
    </dgm:pt>
    <dgm:pt modelId="{026CDA80-376D-4530-83F9-CC6A4D984FD3}" type="parTrans" cxnId="{8412B866-DCCB-42C7-B366-19073255CFBE}">
      <dgm:prSet/>
      <dgm:spPr/>
      <dgm:t>
        <a:bodyPr/>
        <a:lstStyle/>
        <a:p>
          <a:endParaRPr lang="en-GB"/>
        </a:p>
      </dgm:t>
    </dgm:pt>
    <dgm:pt modelId="{05843A98-A242-40EC-B387-AA459DF98173}" type="sibTrans" cxnId="{8412B866-DCCB-42C7-B366-19073255CFBE}">
      <dgm:prSet/>
      <dgm:spPr/>
      <dgm:t>
        <a:bodyPr/>
        <a:lstStyle/>
        <a:p>
          <a:endParaRPr lang="en-GB"/>
        </a:p>
      </dgm:t>
    </dgm:pt>
    <dgm:pt modelId="{18C8AA20-A0A4-464A-882F-A041B8A09931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noProof="0" dirty="0"/>
            <a:t>Senior Approval/FIU filling</a:t>
          </a:r>
        </a:p>
      </dgm:t>
    </dgm:pt>
    <dgm:pt modelId="{DC68DD46-B8FB-4903-8642-DDE75127EBA6}" type="parTrans" cxnId="{D64D5CD9-5EE7-49EF-9A0A-EDB499A0BF60}">
      <dgm:prSet/>
      <dgm:spPr/>
      <dgm:t>
        <a:bodyPr/>
        <a:lstStyle/>
        <a:p>
          <a:endParaRPr lang="en-GB"/>
        </a:p>
      </dgm:t>
    </dgm:pt>
    <dgm:pt modelId="{5D88EF97-7F4B-46B6-8549-01F1B04C341D}" type="sibTrans" cxnId="{D64D5CD9-5EE7-49EF-9A0A-EDB499A0BF60}">
      <dgm:prSet/>
      <dgm:spPr/>
      <dgm:t>
        <a:bodyPr/>
        <a:lstStyle/>
        <a:p>
          <a:endParaRPr lang="en-GB"/>
        </a:p>
      </dgm:t>
    </dgm:pt>
    <dgm:pt modelId="{5855FAF7-F6D2-4674-A7A3-3D5D72FBC3C6}">
      <dgm:prSet phldrT="[Text]" phldr="0"/>
      <dgm:spPr/>
      <dgm:t>
        <a:bodyPr/>
        <a:lstStyle/>
        <a:p>
          <a:r>
            <a:rPr lang="en-US" noProof="0" dirty="0"/>
            <a:t>High-Risk country involved</a:t>
          </a:r>
        </a:p>
      </dgm:t>
    </dgm:pt>
    <dgm:pt modelId="{8862CC34-7816-4754-B5BC-5BB5486BA8EE}" type="parTrans" cxnId="{33CA2AA4-FA03-4398-ADD6-E956EFF7198A}">
      <dgm:prSet/>
      <dgm:spPr/>
      <dgm:t>
        <a:bodyPr/>
        <a:lstStyle/>
        <a:p>
          <a:endParaRPr lang="en-GB"/>
        </a:p>
      </dgm:t>
    </dgm:pt>
    <dgm:pt modelId="{B9014845-1EAD-4F5F-B33A-B68CAA87367A}" type="sibTrans" cxnId="{33CA2AA4-FA03-4398-ADD6-E956EFF7198A}">
      <dgm:prSet/>
      <dgm:spPr/>
      <dgm:t>
        <a:bodyPr/>
        <a:lstStyle/>
        <a:p>
          <a:endParaRPr lang="en-GB"/>
        </a:p>
      </dgm:t>
    </dgm:pt>
    <dgm:pt modelId="{D217AF5B-CAD7-44FD-B471-A3D29368BCBF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noProof="0" dirty="0"/>
            <a:t>Senior Approval/FIU filling</a:t>
          </a:r>
        </a:p>
      </dgm:t>
    </dgm:pt>
    <dgm:pt modelId="{36642067-3B63-4D11-9189-449FD1FA8590}" type="parTrans" cxnId="{6FD44624-1059-4F8F-A35F-5B583C4739DA}">
      <dgm:prSet/>
      <dgm:spPr/>
      <dgm:t>
        <a:bodyPr/>
        <a:lstStyle/>
        <a:p>
          <a:endParaRPr lang="en-GB"/>
        </a:p>
      </dgm:t>
    </dgm:pt>
    <dgm:pt modelId="{AAC30917-AFA0-4A13-978B-6279C27988A9}" type="sibTrans" cxnId="{6FD44624-1059-4F8F-A35F-5B583C4739DA}">
      <dgm:prSet/>
      <dgm:spPr/>
      <dgm:t>
        <a:bodyPr/>
        <a:lstStyle/>
        <a:p>
          <a:endParaRPr lang="en-GB"/>
        </a:p>
      </dgm:t>
    </dgm:pt>
    <dgm:pt modelId="{7EC6BDB2-45FA-4082-BE94-F5153180BDCF}">
      <dgm:prSet phldrT="[Text]" phldr="0"/>
      <dgm:spPr/>
      <dgm:t>
        <a:bodyPr/>
        <a:lstStyle/>
        <a:p>
          <a:r>
            <a:rPr lang="en-US" noProof="0" dirty="0"/>
            <a:t>No High-Risk country involved</a:t>
          </a:r>
        </a:p>
      </dgm:t>
    </dgm:pt>
    <dgm:pt modelId="{51421A8E-8CCC-4E90-9C0F-8D4F88E9B126}" type="parTrans" cxnId="{9923F5BB-5B65-4B72-B4D1-4538C75E7004}">
      <dgm:prSet/>
      <dgm:spPr/>
      <dgm:t>
        <a:bodyPr/>
        <a:lstStyle/>
        <a:p>
          <a:endParaRPr lang="en-GB"/>
        </a:p>
      </dgm:t>
    </dgm:pt>
    <dgm:pt modelId="{EB9627C1-390C-49D9-A5A9-6DCAED7189D4}" type="sibTrans" cxnId="{9923F5BB-5B65-4B72-B4D1-4538C75E7004}">
      <dgm:prSet/>
      <dgm:spPr/>
      <dgm:t>
        <a:bodyPr/>
        <a:lstStyle/>
        <a:p>
          <a:endParaRPr lang="en-GB"/>
        </a:p>
      </dgm:t>
    </dgm:pt>
    <dgm:pt modelId="{E057B2D0-1C55-4EE6-9BAB-815A69AB481D}">
      <dgm:prSet phldrT="[Text]" phldr="0"/>
      <dgm:spPr/>
      <dgm:t>
        <a:bodyPr/>
        <a:lstStyle/>
        <a:p>
          <a:r>
            <a:rPr lang="en-US" noProof="0" dirty="0"/>
            <a:t>Suspicions pattern</a:t>
          </a:r>
        </a:p>
      </dgm:t>
    </dgm:pt>
    <dgm:pt modelId="{558ED2B4-35AB-43A3-9263-92B0B4C3C2E6}" type="parTrans" cxnId="{5CC97525-F8DD-4F0F-90DD-7F21B729F382}">
      <dgm:prSet/>
      <dgm:spPr/>
      <dgm:t>
        <a:bodyPr/>
        <a:lstStyle/>
        <a:p>
          <a:endParaRPr lang="en-GB"/>
        </a:p>
      </dgm:t>
    </dgm:pt>
    <dgm:pt modelId="{BFFB8AC3-529E-4034-BB74-6CD46E937A2F}" type="sibTrans" cxnId="{5CC97525-F8DD-4F0F-90DD-7F21B729F382}">
      <dgm:prSet/>
      <dgm:spPr/>
      <dgm:t>
        <a:bodyPr/>
        <a:lstStyle/>
        <a:p>
          <a:endParaRPr lang="en-GB"/>
        </a:p>
      </dgm:t>
    </dgm:pt>
    <dgm:pt modelId="{A79426DE-48CD-4655-A25A-4EA4AD55DF09}">
      <dgm:prSet phldrT="[Text]" phldr="0"/>
      <dgm:spPr/>
      <dgm:t>
        <a:bodyPr/>
        <a:lstStyle/>
        <a:p>
          <a:r>
            <a:rPr lang="en-US" noProof="0" dirty="0"/>
            <a:t>Transaction Monitoring Form required</a:t>
          </a:r>
        </a:p>
      </dgm:t>
    </dgm:pt>
    <dgm:pt modelId="{0F6A79E2-2F2B-4E08-A201-1B91BF34E42A}" type="parTrans" cxnId="{0B38981D-EF60-4175-8DFA-B5DEE276D168}">
      <dgm:prSet/>
      <dgm:spPr/>
      <dgm:t>
        <a:bodyPr/>
        <a:lstStyle/>
        <a:p>
          <a:endParaRPr lang="en-GB"/>
        </a:p>
      </dgm:t>
    </dgm:pt>
    <dgm:pt modelId="{83277F52-D974-42C4-8929-3E69C0D396D0}" type="sibTrans" cxnId="{0B38981D-EF60-4175-8DFA-B5DEE276D168}">
      <dgm:prSet/>
      <dgm:spPr/>
      <dgm:t>
        <a:bodyPr/>
        <a:lstStyle/>
        <a:p>
          <a:endParaRPr lang="en-GB"/>
        </a:p>
      </dgm:t>
    </dgm:pt>
    <dgm:pt modelId="{630B0A10-DF77-484C-8065-C6979355A6F6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noProof="0" dirty="0"/>
            <a:t>Senior Approval/FIU filling</a:t>
          </a:r>
        </a:p>
      </dgm:t>
    </dgm:pt>
    <dgm:pt modelId="{EE0644B0-6FE6-408A-8610-1101E7CDD383}" type="parTrans" cxnId="{085F45FA-ADD0-4DE4-A41D-9DA76D820113}">
      <dgm:prSet/>
      <dgm:spPr/>
      <dgm:t>
        <a:bodyPr/>
        <a:lstStyle/>
        <a:p>
          <a:endParaRPr lang="en-GB"/>
        </a:p>
      </dgm:t>
    </dgm:pt>
    <dgm:pt modelId="{C9E1E1F5-776E-4BAF-8CCE-7400B033FFBB}" type="sibTrans" cxnId="{085F45FA-ADD0-4DE4-A41D-9DA76D820113}">
      <dgm:prSet/>
      <dgm:spPr/>
      <dgm:t>
        <a:bodyPr/>
        <a:lstStyle/>
        <a:p>
          <a:endParaRPr lang="en-GB"/>
        </a:p>
      </dgm:t>
    </dgm:pt>
    <dgm:pt modelId="{203F38C2-5F82-4197-BE37-D685A926108D}">
      <dgm:prSet phldrT="[Text]" phldr="0"/>
      <dgm:spPr/>
      <dgm:t>
        <a:bodyPr/>
        <a:lstStyle/>
        <a:p>
          <a:r>
            <a:rPr lang="en-US" noProof="0" dirty="0"/>
            <a:t>No suspicious pattern</a:t>
          </a:r>
        </a:p>
      </dgm:t>
    </dgm:pt>
    <dgm:pt modelId="{ADD244F3-19AB-45BC-9D19-03FA5C31F6C5}" type="parTrans" cxnId="{879072D8-1B2E-4711-9BBA-EAB703CD7CB0}">
      <dgm:prSet/>
      <dgm:spPr/>
      <dgm:t>
        <a:bodyPr/>
        <a:lstStyle/>
        <a:p>
          <a:endParaRPr lang="en-GB"/>
        </a:p>
      </dgm:t>
    </dgm:pt>
    <dgm:pt modelId="{7A130988-80AC-40CB-A39A-803B8E2EDCC3}" type="sibTrans" cxnId="{879072D8-1B2E-4711-9BBA-EAB703CD7CB0}">
      <dgm:prSet/>
      <dgm:spPr/>
      <dgm:t>
        <a:bodyPr/>
        <a:lstStyle/>
        <a:p>
          <a:endParaRPr lang="en-GB"/>
        </a:p>
      </dgm:t>
    </dgm:pt>
    <dgm:pt modelId="{394BBF73-3058-4F15-ACA8-F891D79E0F46}">
      <dgm:prSet phldrT="[Text]" phldr="0"/>
      <dgm:spPr/>
      <dgm:t>
        <a:bodyPr/>
        <a:lstStyle/>
        <a:p>
          <a:r>
            <a:rPr lang="en-US" noProof="0" dirty="0"/>
            <a:t>No Senior Approval</a:t>
          </a:r>
        </a:p>
      </dgm:t>
    </dgm:pt>
    <dgm:pt modelId="{DADE15B7-9798-4C6C-8523-A3012F0953A1}" type="parTrans" cxnId="{2A549888-5750-4D57-89CF-685E63D06533}">
      <dgm:prSet/>
      <dgm:spPr/>
      <dgm:t>
        <a:bodyPr/>
        <a:lstStyle/>
        <a:p>
          <a:endParaRPr lang="en-GB"/>
        </a:p>
      </dgm:t>
    </dgm:pt>
    <dgm:pt modelId="{E3701FBA-1DD8-4A66-A1A5-7844F122F573}" type="sibTrans" cxnId="{2A549888-5750-4D57-89CF-685E63D06533}">
      <dgm:prSet/>
      <dgm:spPr/>
      <dgm:t>
        <a:bodyPr/>
        <a:lstStyle/>
        <a:p>
          <a:endParaRPr lang="en-GB"/>
        </a:p>
      </dgm:t>
    </dgm:pt>
    <dgm:pt modelId="{4E14B726-C336-45FC-9F46-6C38E5B3C4B2}">
      <dgm:prSet phldrT="[Text]" phldr="0"/>
      <dgm:spPr/>
      <dgm:t>
        <a:bodyPr/>
        <a:lstStyle/>
        <a:p>
          <a:r>
            <a:rPr lang="en-US" noProof="0"/>
            <a:t>Media Screening</a:t>
          </a:r>
          <a:endParaRPr lang="en-US" noProof="0" dirty="0"/>
        </a:p>
      </dgm:t>
    </dgm:pt>
    <dgm:pt modelId="{541B7E2B-4EC3-422C-8117-B2F4C83C9E80}" type="parTrans" cxnId="{CE01720A-C9BA-413C-82D7-AE58CD3E69F9}">
      <dgm:prSet/>
      <dgm:spPr/>
      <dgm:t>
        <a:bodyPr/>
        <a:lstStyle/>
        <a:p>
          <a:endParaRPr lang="en-GB"/>
        </a:p>
      </dgm:t>
    </dgm:pt>
    <dgm:pt modelId="{51D9547E-F8AA-43EB-B470-033A040F530D}" type="sibTrans" cxnId="{CE01720A-C9BA-413C-82D7-AE58CD3E69F9}">
      <dgm:prSet/>
      <dgm:spPr/>
      <dgm:t>
        <a:bodyPr/>
        <a:lstStyle/>
        <a:p>
          <a:endParaRPr lang="en-GB"/>
        </a:p>
      </dgm:t>
    </dgm:pt>
    <dgm:pt modelId="{D8F3CD5C-5486-4D30-8B22-7F648ED8D280}">
      <dgm:prSet phldrT="[Text]" phldr="0"/>
      <dgm:spPr/>
      <dgm:t>
        <a:bodyPr/>
        <a:lstStyle/>
        <a:p>
          <a:r>
            <a:rPr lang="en-US" noProof="0"/>
            <a:t>Negative news found</a:t>
          </a:r>
          <a:endParaRPr lang="en-US" noProof="0" dirty="0"/>
        </a:p>
      </dgm:t>
    </dgm:pt>
    <dgm:pt modelId="{0407816A-7DE7-4D31-B897-2A47037B20CD}" type="parTrans" cxnId="{6FA284BF-0271-4C9D-80DE-2B93687C5D79}">
      <dgm:prSet/>
      <dgm:spPr/>
      <dgm:t>
        <a:bodyPr/>
        <a:lstStyle/>
        <a:p>
          <a:endParaRPr lang="en-GB"/>
        </a:p>
      </dgm:t>
    </dgm:pt>
    <dgm:pt modelId="{131668DB-B4B7-470D-9BFA-991A5F3F6E84}" type="sibTrans" cxnId="{6FA284BF-0271-4C9D-80DE-2B93687C5D79}">
      <dgm:prSet/>
      <dgm:spPr/>
      <dgm:t>
        <a:bodyPr/>
        <a:lstStyle/>
        <a:p>
          <a:endParaRPr lang="en-GB"/>
        </a:p>
      </dgm:t>
    </dgm:pt>
    <dgm:pt modelId="{A835F59A-A7E3-43ED-8C22-BC96E5F78087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noProof="0"/>
            <a:t>Senior Approval/FIU filling</a:t>
          </a:r>
          <a:endParaRPr lang="en-US" noProof="0" dirty="0"/>
        </a:p>
      </dgm:t>
    </dgm:pt>
    <dgm:pt modelId="{99BE5BCD-2CF5-4CA5-9AF6-961FD150A7DC}" type="parTrans" cxnId="{CBC01A2E-89A3-475A-9BC5-2C3013BE7B01}">
      <dgm:prSet/>
      <dgm:spPr/>
      <dgm:t>
        <a:bodyPr/>
        <a:lstStyle/>
        <a:p>
          <a:endParaRPr lang="en-GB"/>
        </a:p>
      </dgm:t>
    </dgm:pt>
    <dgm:pt modelId="{A1353379-1B59-4AF3-A42C-33234F8D0445}" type="sibTrans" cxnId="{CBC01A2E-89A3-475A-9BC5-2C3013BE7B01}">
      <dgm:prSet/>
      <dgm:spPr/>
      <dgm:t>
        <a:bodyPr/>
        <a:lstStyle/>
        <a:p>
          <a:endParaRPr lang="en-GB"/>
        </a:p>
      </dgm:t>
    </dgm:pt>
    <dgm:pt modelId="{B0510D08-CC85-482F-983D-F07CB311F917}">
      <dgm:prSet phldrT="[Text]" phldr="0"/>
      <dgm:spPr/>
      <dgm:t>
        <a:bodyPr/>
        <a:lstStyle/>
        <a:p>
          <a:r>
            <a:rPr lang="en-US" noProof="0"/>
            <a:t>No negative news found</a:t>
          </a:r>
          <a:endParaRPr lang="en-US" noProof="0" dirty="0"/>
        </a:p>
      </dgm:t>
    </dgm:pt>
    <dgm:pt modelId="{366DB228-E517-4077-8C08-1BD2F77AB150}" type="parTrans" cxnId="{A1D5D5E4-91B1-4C86-A52A-D218989CEDC3}">
      <dgm:prSet/>
      <dgm:spPr/>
      <dgm:t>
        <a:bodyPr/>
        <a:lstStyle/>
        <a:p>
          <a:endParaRPr lang="en-GB"/>
        </a:p>
      </dgm:t>
    </dgm:pt>
    <dgm:pt modelId="{16D76072-BC04-4CAD-BA8E-F3D3F44735E7}" type="sibTrans" cxnId="{A1D5D5E4-91B1-4C86-A52A-D218989CEDC3}">
      <dgm:prSet/>
      <dgm:spPr/>
      <dgm:t>
        <a:bodyPr/>
        <a:lstStyle/>
        <a:p>
          <a:endParaRPr lang="en-GB"/>
        </a:p>
      </dgm:t>
    </dgm:pt>
    <dgm:pt modelId="{5609BF3E-AE99-46A3-A742-9DA83B1F8234}" type="pres">
      <dgm:prSet presAssocID="{65E089D6-7F20-4049-8DA9-887411CF45F7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0BE5296C-29ED-488A-AB9B-9D9F3E547BC2}" type="pres">
      <dgm:prSet presAssocID="{88A6A355-E750-427C-AAC4-A68577A20544}" presName="root1" presStyleCnt="0"/>
      <dgm:spPr/>
    </dgm:pt>
    <dgm:pt modelId="{6B57A735-3CDB-4110-A363-D47701122F3D}" type="pres">
      <dgm:prSet presAssocID="{88A6A355-E750-427C-AAC4-A68577A20544}" presName="LevelOneTextNode" presStyleLbl="node0" presStyleIdx="0" presStyleCnt="1">
        <dgm:presLayoutVars>
          <dgm:chPref val="3"/>
        </dgm:presLayoutVars>
      </dgm:prSet>
      <dgm:spPr/>
    </dgm:pt>
    <dgm:pt modelId="{EB139319-09BF-446F-9D23-6B1B57B73925}" type="pres">
      <dgm:prSet presAssocID="{88A6A355-E750-427C-AAC4-A68577A20544}" presName="level2hierChild" presStyleCnt="0"/>
      <dgm:spPr/>
    </dgm:pt>
    <dgm:pt modelId="{61DC57C7-075B-4288-9321-710C6F390EA4}" type="pres">
      <dgm:prSet presAssocID="{0F6A79E2-2F2B-4E08-A201-1B91BF34E42A}" presName="conn2-1" presStyleLbl="parChTrans1D2" presStyleIdx="0" presStyleCnt="1"/>
      <dgm:spPr/>
    </dgm:pt>
    <dgm:pt modelId="{F8A5C3F1-7290-4806-A32F-12FDF7B8CE2C}" type="pres">
      <dgm:prSet presAssocID="{0F6A79E2-2F2B-4E08-A201-1B91BF34E42A}" presName="connTx" presStyleLbl="parChTrans1D2" presStyleIdx="0" presStyleCnt="1"/>
      <dgm:spPr/>
    </dgm:pt>
    <dgm:pt modelId="{89C9EBE1-BC40-4DFE-B3AA-8FCFCFD83210}" type="pres">
      <dgm:prSet presAssocID="{A79426DE-48CD-4655-A25A-4EA4AD55DF09}" presName="root2" presStyleCnt="0"/>
      <dgm:spPr/>
    </dgm:pt>
    <dgm:pt modelId="{CD8BB1DF-8363-4BEF-B0C3-29FFB997B3E0}" type="pres">
      <dgm:prSet presAssocID="{A79426DE-48CD-4655-A25A-4EA4AD55DF09}" presName="LevelTwoTextNode" presStyleLbl="node2" presStyleIdx="0" presStyleCnt="1">
        <dgm:presLayoutVars>
          <dgm:chPref val="3"/>
        </dgm:presLayoutVars>
      </dgm:prSet>
      <dgm:spPr/>
    </dgm:pt>
    <dgm:pt modelId="{C777E6EB-EAE6-40AA-AD8D-1A83026F1202}" type="pres">
      <dgm:prSet presAssocID="{A79426DE-48CD-4655-A25A-4EA4AD55DF09}" presName="level3hierChild" presStyleCnt="0"/>
      <dgm:spPr/>
    </dgm:pt>
    <dgm:pt modelId="{1D86CAEC-FD9A-4098-BFE2-39B0CCFF1592}" type="pres">
      <dgm:prSet presAssocID="{847E0392-C15B-4096-BB0A-2059B1C128D7}" presName="conn2-1" presStyleLbl="parChTrans1D3" presStyleIdx="0" presStyleCnt="2"/>
      <dgm:spPr/>
    </dgm:pt>
    <dgm:pt modelId="{EE7A2FC7-534B-4F9A-B257-76E02DA5041F}" type="pres">
      <dgm:prSet presAssocID="{847E0392-C15B-4096-BB0A-2059B1C128D7}" presName="connTx" presStyleLbl="parChTrans1D3" presStyleIdx="0" presStyleCnt="2"/>
      <dgm:spPr/>
    </dgm:pt>
    <dgm:pt modelId="{3B67133F-7854-41EF-9FE8-F238CB47EF48}" type="pres">
      <dgm:prSet presAssocID="{1A341105-740E-4292-91FF-50284CBBEEDB}" presName="root2" presStyleCnt="0"/>
      <dgm:spPr/>
    </dgm:pt>
    <dgm:pt modelId="{3984C0DF-84C5-4453-9390-689AF4A447D8}" type="pres">
      <dgm:prSet presAssocID="{1A341105-740E-4292-91FF-50284CBBEEDB}" presName="LevelTwoTextNode" presStyleLbl="node3" presStyleIdx="0" presStyleCnt="2">
        <dgm:presLayoutVars>
          <dgm:chPref val="3"/>
        </dgm:presLayoutVars>
      </dgm:prSet>
      <dgm:spPr/>
    </dgm:pt>
    <dgm:pt modelId="{857837E3-79C3-40E6-BCCC-6BD59470C924}" type="pres">
      <dgm:prSet presAssocID="{1A341105-740E-4292-91FF-50284CBBEEDB}" presName="level3hierChild" presStyleCnt="0"/>
      <dgm:spPr/>
    </dgm:pt>
    <dgm:pt modelId="{436D44BE-A205-410E-BA8F-41D8E2755CD5}" type="pres">
      <dgm:prSet presAssocID="{DC68DD46-B8FB-4903-8642-DDE75127EBA6}" presName="conn2-1" presStyleLbl="parChTrans1D4" presStyleIdx="0" presStyleCnt="12"/>
      <dgm:spPr/>
    </dgm:pt>
    <dgm:pt modelId="{63324A8F-5ACA-43B3-941F-2506E0A17CF5}" type="pres">
      <dgm:prSet presAssocID="{DC68DD46-B8FB-4903-8642-DDE75127EBA6}" presName="connTx" presStyleLbl="parChTrans1D4" presStyleIdx="0" presStyleCnt="12"/>
      <dgm:spPr/>
    </dgm:pt>
    <dgm:pt modelId="{CA5E8B0F-06C3-4E06-A5E2-242680E3A2B0}" type="pres">
      <dgm:prSet presAssocID="{18C8AA20-A0A4-464A-882F-A041B8A09931}" presName="root2" presStyleCnt="0"/>
      <dgm:spPr/>
    </dgm:pt>
    <dgm:pt modelId="{B91E8EF6-26D1-4A3E-9645-1E08BE2C0F50}" type="pres">
      <dgm:prSet presAssocID="{18C8AA20-A0A4-464A-882F-A041B8A09931}" presName="LevelTwoTextNode" presStyleLbl="node4" presStyleIdx="0" presStyleCnt="12">
        <dgm:presLayoutVars>
          <dgm:chPref val="3"/>
        </dgm:presLayoutVars>
      </dgm:prSet>
      <dgm:spPr/>
    </dgm:pt>
    <dgm:pt modelId="{DB85A461-FA9B-4501-B4EE-88138839C77A}" type="pres">
      <dgm:prSet presAssocID="{18C8AA20-A0A4-464A-882F-A041B8A09931}" presName="level3hierChild" presStyleCnt="0"/>
      <dgm:spPr/>
    </dgm:pt>
    <dgm:pt modelId="{A8364293-FB28-4AF4-96EF-1801CCF51469}" type="pres">
      <dgm:prSet presAssocID="{026CDA80-376D-4530-83F9-CC6A4D984FD3}" presName="conn2-1" presStyleLbl="parChTrans1D3" presStyleIdx="1" presStyleCnt="2"/>
      <dgm:spPr/>
    </dgm:pt>
    <dgm:pt modelId="{318BEF67-2CA9-4D38-8F4D-454DD465BD1A}" type="pres">
      <dgm:prSet presAssocID="{026CDA80-376D-4530-83F9-CC6A4D984FD3}" presName="connTx" presStyleLbl="parChTrans1D3" presStyleIdx="1" presStyleCnt="2"/>
      <dgm:spPr/>
    </dgm:pt>
    <dgm:pt modelId="{586E0716-7024-468F-9F7F-211B81AE0362}" type="pres">
      <dgm:prSet presAssocID="{6EEC38E1-8C21-4C5A-9A91-92FCA9D299A3}" presName="root2" presStyleCnt="0"/>
      <dgm:spPr/>
    </dgm:pt>
    <dgm:pt modelId="{540F19EE-2100-4543-92C8-A44A2AB84E8B}" type="pres">
      <dgm:prSet presAssocID="{6EEC38E1-8C21-4C5A-9A91-92FCA9D299A3}" presName="LevelTwoTextNode" presStyleLbl="node3" presStyleIdx="1" presStyleCnt="2">
        <dgm:presLayoutVars>
          <dgm:chPref val="3"/>
        </dgm:presLayoutVars>
      </dgm:prSet>
      <dgm:spPr/>
    </dgm:pt>
    <dgm:pt modelId="{7F456B96-6562-4ABA-89C7-219F42941F96}" type="pres">
      <dgm:prSet presAssocID="{6EEC38E1-8C21-4C5A-9A91-92FCA9D299A3}" presName="level3hierChild" presStyleCnt="0"/>
      <dgm:spPr/>
    </dgm:pt>
    <dgm:pt modelId="{F6564ED8-8E62-43D8-8F90-3F97700F77D6}" type="pres">
      <dgm:prSet presAssocID="{8862CC34-7816-4754-B5BC-5BB5486BA8EE}" presName="conn2-1" presStyleLbl="parChTrans1D4" presStyleIdx="1" presStyleCnt="12"/>
      <dgm:spPr/>
    </dgm:pt>
    <dgm:pt modelId="{BDC07444-D03A-49A3-A016-DEC58E3AB1B6}" type="pres">
      <dgm:prSet presAssocID="{8862CC34-7816-4754-B5BC-5BB5486BA8EE}" presName="connTx" presStyleLbl="parChTrans1D4" presStyleIdx="1" presStyleCnt="12"/>
      <dgm:spPr/>
    </dgm:pt>
    <dgm:pt modelId="{0FA30CA7-6AA0-40F7-A3FA-4B22D14C0FE9}" type="pres">
      <dgm:prSet presAssocID="{5855FAF7-F6D2-4674-A7A3-3D5D72FBC3C6}" presName="root2" presStyleCnt="0"/>
      <dgm:spPr/>
    </dgm:pt>
    <dgm:pt modelId="{6D47C7F6-7573-4AC0-B56B-E204EA65A583}" type="pres">
      <dgm:prSet presAssocID="{5855FAF7-F6D2-4674-A7A3-3D5D72FBC3C6}" presName="LevelTwoTextNode" presStyleLbl="node4" presStyleIdx="1" presStyleCnt="12">
        <dgm:presLayoutVars>
          <dgm:chPref val="3"/>
        </dgm:presLayoutVars>
      </dgm:prSet>
      <dgm:spPr/>
    </dgm:pt>
    <dgm:pt modelId="{DA30EEEA-2F0D-4FFC-9CC3-9487FD5AC928}" type="pres">
      <dgm:prSet presAssocID="{5855FAF7-F6D2-4674-A7A3-3D5D72FBC3C6}" presName="level3hierChild" presStyleCnt="0"/>
      <dgm:spPr/>
    </dgm:pt>
    <dgm:pt modelId="{00EBF872-568E-4FBC-A554-38A75FDFCE01}" type="pres">
      <dgm:prSet presAssocID="{36642067-3B63-4D11-9189-449FD1FA8590}" presName="conn2-1" presStyleLbl="parChTrans1D4" presStyleIdx="2" presStyleCnt="12"/>
      <dgm:spPr/>
    </dgm:pt>
    <dgm:pt modelId="{479332FF-2FF4-4726-89B6-A846C44EDF3E}" type="pres">
      <dgm:prSet presAssocID="{36642067-3B63-4D11-9189-449FD1FA8590}" presName="connTx" presStyleLbl="parChTrans1D4" presStyleIdx="2" presStyleCnt="12"/>
      <dgm:spPr/>
    </dgm:pt>
    <dgm:pt modelId="{DE41D019-0F0B-4AA5-8796-FE4AF59BFF6A}" type="pres">
      <dgm:prSet presAssocID="{D217AF5B-CAD7-44FD-B471-A3D29368BCBF}" presName="root2" presStyleCnt="0"/>
      <dgm:spPr/>
    </dgm:pt>
    <dgm:pt modelId="{9A628643-34BB-46DF-A21C-94E6F42FE0D9}" type="pres">
      <dgm:prSet presAssocID="{D217AF5B-CAD7-44FD-B471-A3D29368BCBF}" presName="LevelTwoTextNode" presStyleLbl="node4" presStyleIdx="2" presStyleCnt="12">
        <dgm:presLayoutVars>
          <dgm:chPref val="3"/>
        </dgm:presLayoutVars>
      </dgm:prSet>
      <dgm:spPr/>
    </dgm:pt>
    <dgm:pt modelId="{6FCF1843-01BA-4AA6-9BC8-7115C8293EA5}" type="pres">
      <dgm:prSet presAssocID="{D217AF5B-CAD7-44FD-B471-A3D29368BCBF}" presName="level3hierChild" presStyleCnt="0"/>
      <dgm:spPr/>
    </dgm:pt>
    <dgm:pt modelId="{52DA4ACC-E647-4365-B4B2-AFC62DB0E6F6}" type="pres">
      <dgm:prSet presAssocID="{51421A8E-8CCC-4E90-9C0F-8D4F88E9B126}" presName="conn2-1" presStyleLbl="parChTrans1D4" presStyleIdx="3" presStyleCnt="12"/>
      <dgm:spPr/>
    </dgm:pt>
    <dgm:pt modelId="{B658D557-9703-4DB4-8CF6-EF13A9009233}" type="pres">
      <dgm:prSet presAssocID="{51421A8E-8CCC-4E90-9C0F-8D4F88E9B126}" presName="connTx" presStyleLbl="parChTrans1D4" presStyleIdx="3" presStyleCnt="12"/>
      <dgm:spPr/>
    </dgm:pt>
    <dgm:pt modelId="{C4A4FE2A-2313-42DF-9859-3ED01A2A0DF8}" type="pres">
      <dgm:prSet presAssocID="{7EC6BDB2-45FA-4082-BE94-F5153180BDCF}" presName="root2" presStyleCnt="0"/>
      <dgm:spPr/>
    </dgm:pt>
    <dgm:pt modelId="{7D9697DA-9044-4387-86CB-6929D40C1081}" type="pres">
      <dgm:prSet presAssocID="{7EC6BDB2-45FA-4082-BE94-F5153180BDCF}" presName="LevelTwoTextNode" presStyleLbl="node4" presStyleIdx="3" presStyleCnt="12">
        <dgm:presLayoutVars>
          <dgm:chPref val="3"/>
        </dgm:presLayoutVars>
      </dgm:prSet>
      <dgm:spPr/>
    </dgm:pt>
    <dgm:pt modelId="{B888B888-72FF-4328-8088-F79E91A24D42}" type="pres">
      <dgm:prSet presAssocID="{7EC6BDB2-45FA-4082-BE94-F5153180BDCF}" presName="level3hierChild" presStyleCnt="0"/>
      <dgm:spPr/>
    </dgm:pt>
    <dgm:pt modelId="{4AC12BB3-44D2-493C-A4E8-D11937F8D1AB}" type="pres">
      <dgm:prSet presAssocID="{541B7E2B-4EC3-422C-8117-B2F4C83C9E80}" presName="conn2-1" presStyleLbl="parChTrans1D4" presStyleIdx="4" presStyleCnt="12"/>
      <dgm:spPr/>
    </dgm:pt>
    <dgm:pt modelId="{DD7E9893-B013-4608-BFF3-C5B49CE1A9A3}" type="pres">
      <dgm:prSet presAssocID="{541B7E2B-4EC3-422C-8117-B2F4C83C9E80}" presName="connTx" presStyleLbl="parChTrans1D4" presStyleIdx="4" presStyleCnt="12"/>
      <dgm:spPr/>
    </dgm:pt>
    <dgm:pt modelId="{8B6EE4C4-06E8-4E07-9F97-D49428901C5E}" type="pres">
      <dgm:prSet presAssocID="{4E14B726-C336-45FC-9F46-6C38E5B3C4B2}" presName="root2" presStyleCnt="0"/>
      <dgm:spPr/>
    </dgm:pt>
    <dgm:pt modelId="{2CEE5543-72A2-470B-8A19-BB5269682508}" type="pres">
      <dgm:prSet presAssocID="{4E14B726-C336-45FC-9F46-6C38E5B3C4B2}" presName="LevelTwoTextNode" presStyleLbl="node4" presStyleIdx="4" presStyleCnt="12">
        <dgm:presLayoutVars>
          <dgm:chPref val="3"/>
        </dgm:presLayoutVars>
      </dgm:prSet>
      <dgm:spPr/>
    </dgm:pt>
    <dgm:pt modelId="{F533C5DD-1308-4498-A0AF-60D39C7D4398}" type="pres">
      <dgm:prSet presAssocID="{4E14B726-C336-45FC-9F46-6C38E5B3C4B2}" presName="level3hierChild" presStyleCnt="0"/>
      <dgm:spPr/>
    </dgm:pt>
    <dgm:pt modelId="{424BA1A7-84EC-4102-A581-434A2BCC0B8F}" type="pres">
      <dgm:prSet presAssocID="{0407816A-7DE7-4D31-B897-2A47037B20CD}" presName="conn2-1" presStyleLbl="parChTrans1D4" presStyleIdx="5" presStyleCnt="12"/>
      <dgm:spPr/>
    </dgm:pt>
    <dgm:pt modelId="{3359906C-64C3-475D-9C5F-B5A44FD58E0E}" type="pres">
      <dgm:prSet presAssocID="{0407816A-7DE7-4D31-B897-2A47037B20CD}" presName="connTx" presStyleLbl="parChTrans1D4" presStyleIdx="5" presStyleCnt="12"/>
      <dgm:spPr/>
    </dgm:pt>
    <dgm:pt modelId="{3980FECC-637C-4314-A79A-792E1372353C}" type="pres">
      <dgm:prSet presAssocID="{D8F3CD5C-5486-4D30-8B22-7F648ED8D280}" presName="root2" presStyleCnt="0"/>
      <dgm:spPr/>
    </dgm:pt>
    <dgm:pt modelId="{FB473BC8-2A5E-47C9-8FDB-EABC9F01F9B5}" type="pres">
      <dgm:prSet presAssocID="{D8F3CD5C-5486-4D30-8B22-7F648ED8D280}" presName="LevelTwoTextNode" presStyleLbl="node4" presStyleIdx="5" presStyleCnt="12">
        <dgm:presLayoutVars>
          <dgm:chPref val="3"/>
        </dgm:presLayoutVars>
      </dgm:prSet>
      <dgm:spPr/>
    </dgm:pt>
    <dgm:pt modelId="{7C6EF11E-2981-4C54-94EB-13A9D7D944A6}" type="pres">
      <dgm:prSet presAssocID="{D8F3CD5C-5486-4D30-8B22-7F648ED8D280}" presName="level3hierChild" presStyleCnt="0"/>
      <dgm:spPr/>
    </dgm:pt>
    <dgm:pt modelId="{9C890EC5-2F14-487E-AB11-B3A1FCA18E0A}" type="pres">
      <dgm:prSet presAssocID="{99BE5BCD-2CF5-4CA5-9AF6-961FD150A7DC}" presName="conn2-1" presStyleLbl="parChTrans1D4" presStyleIdx="6" presStyleCnt="12"/>
      <dgm:spPr/>
    </dgm:pt>
    <dgm:pt modelId="{AAB8B032-0356-45D8-8BC7-FEA47B548B9F}" type="pres">
      <dgm:prSet presAssocID="{99BE5BCD-2CF5-4CA5-9AF6-961FD150A7DC}" presName="connTx" presStyleLbl="parChTrans1D4" presStyleIdx="6" presStyleCnt="12"/>
      <dgm:spPr/>
    </dgm:pt>
    <dgm:pt modelId="{92620199-E4F8-4690-99EA-27A96F3B0474}" type="pres">
      <dgm:prSet presAssocID="{A835F59A-A7E3-43ED-8C22-BC96E5F78087}" presName="root2" presStyleCnt="0"/>
      <dgm:spPr/>
    </dgm:pt>
    <dgm:pt modelId="{138DFEFB-78D7-46E6-AD0E-4B998576A3EF}" type="pres">
      <dgm:prSet presAssocID="{A835F59A-A7E3-43ED-8C22-BC96E5F78087}" presName="LevelTwoTextNode" presStyleLbl="node4" presStyleIdx="6" presStyleCnt="12">
        <dgm:presLayoutVars>
          <dgm:chPref val="3"/>
        </dgm:presLayoutVars>
      </dgm:prSet>
      <dgm:spPr/>
    </dgm:pt>
    <dgm:pt modelId="{C3461050-F602-4EC2-9AB0-467ADB9F01EF}" type="pres">
      <dgm:prSet presAssocID="{A835F59A-A7E3-43ED-8C22-BC96E5F78087}" presName="level3hierChild" presStyleCnt="0"/>
      <dgm:spPr/>
    </dgm:pt>
    <dgm:pt modelId="{22F18571-C8D6-4ABB-9BCE-52FF771AD953}" type="pres">
      <dgm:prSet presAssocID="{366DB228-E517-4077-8C08-1BD2F77AB150}" presName="conn2-1" presStyleLbl="parChTrans1D4" presStyleIdx="7" presStyleCnt="12"/>
      <dgm:spPr/>
    </dgm:pt>
    <dgm:pt modelId="{15ED95E7-5353-4487-BABD-01E6035DBC82}" type="pres">
      <dgm:prSet presAssocID="{366DB228-E517-4077-8C08-1BD2F77AB150}" presName="connTx" presStyleLbl="parChTrans1D4" presStyleIdx="7" presStyleCnt="12"/>
      <dgm:spPr/>
    </dgm:pt>
    <dgm:pt modelId="{4D8C919A-E801-406C-95F9-B916AA05817C}" type="pres">
      <dgm:prSet presAssocID="{B0510D08-CC85-482F-983D-F07CB311F917}" presName="root2" presStyleCnt="0"/>
      <dgm:spPr/>
    </dgm:pt>
    <dgm:pt modelId="{E84291A7-105B-4185-84B5-E063D6CAEB0D}" type="pres">
      <dgm:prSet presAssocID="{B0510D08-CC85-482F-983D-F07CB311F917}" presName="LevelTwoTextNode" presStyleLbl="node4" presStyleIdx="7" presStyleCnt="12">
        <dgm:presLayoutVars>
          <dgm:chPref val="3"/>
        </dgm:presLayoutVars>
      </dgm:prSet>
      <dgm:spPr/>
    </dgm:pt>
    <dgm:pt modelId="{F91F6329-09B9-423C-898F-96160B934451}" type="pres">
      <dgm:prSet presAssocID="{B0510D08-CC85-482F-983D-F07CB311F917}" presName="level3hierChild" presStyleCnt="0"/>
      <dgm:spPr/>
    </dgm:pt>
    <dgm:pt modelId="{1B0DD306-5B98-45C8-9C98-703D4A7B8EEA}" type="pres">
      <dgm:prSet presAssocID="{558ED2B4-35AB-43A3-9263-92B0B4C3C2E6}" presName="conn2-1" presStyleLbl="parChTrans1D4" presStyleIdx="8" presStyleCnt="12"/>
      <dgm:spPr/>
    </dgm:pt>
    <dgm:pt modelId="{0E6FBF0F-EB87-4C3C-BEDE-8FA5BB1571C9}" type="pres">
      <dgm:prSet presAssocID="{558ED2B4-35AB-43A3-9263-92B0B4C3C2E6}" presName="connTx" presStyleLbl="parChTrans1D4" presStyleIdx="8" presStyleCnt="12"/>
      <dgm:spPr/>
    </dgm:pt>
    <dgm:pt modelId="{D0D29F4D-577A-4FBE-901D-8DA302808B8C}" type="pres">
      <dgm:prSet presAssocID="{E057B2D0-1C55-4EE6-9BAB-815A69AB481D}" presName="root2" presStyleCnt="0"/>
      <dgm:spPr/>
    </dgm:pt>
    <dgm:pt modelId="{6F9A75CC-E50A-4830-9427-F1F52240012B}" type="pres">
      <dgm:prSet presAssocID="{E057B2D0-1C55-4EE6-9BAB-815A69AB481D}" presName="LevelTwoTextNode" presStyleLbl="node4" presStyleIdx="8" presStyleCnt="12">
        <dgm:presLayoutVars>
          <dgm:chPref val="3"/>
        </dgm:presLayoutVars>
      </dgm:prSet>
      <dgm:spPr/>
    </dgm:pt>
    <dgm:pt modelId="{7C20138F-A17C-42B7-9115-06D90DE13D82}" type="pres">
      <dgm:prSet presAssocID="{E057B2D0-1C55-4EE6-9BAB-815A69AB481D}" presName="level3hierChild" presStyleCnt="0"/>
      <dgm:spPr/>
    </dgm:pt>
    <dgm:pt modelId="{6AC56E68-EEA1-4487-A9C9-D61A059E80A1}" type="pres">
      <dgm:prSet presAssocID="{EE0644B0-6FE6-408A-8610-1101E7CDD383}" presName="conn2-1" presStyleLbl="parChTrans1D4" presStyleIdx="9" presStyleCnt="12"/>
      <dgm:spPr/>
    </dgm:pt>
    <dgm:pt modelId="{7AF1BA48-57B6-4625-B709-F880F0AC85B4}" type="pres">
      <dgm:prSet presAssocID="{EE0644B0-6FE6-408A-8610-1101E7CDD383}" presName="connTx" presStyleLbl="parChTrans1D4" presStyleIdx="9" presStyleCnt="12"/>
      <dgm:spPr/>
    </dgm:pt>
    <dgm:pt modelId="{EB3DD248-8039-4B0E-901D-7B79C6D5A7FF}" type="pres">
      <dgm:prSet presAssocID="{630B0A10-DF77-484C-8065-C6979355A6F6}" presName="root2" presStyleCnt="0"/>
      <dgm:spPr/>
    </dgm:pt>
    <dgm:pt modelId="{E3D99440-3912-45BB-B35B-CD5C0CFC1DE5}" type="pres">
      <dgm:prSet presAssocID="{630B0A10-DF77-484C-8065-C6979355A6F6}" presName="LevelTwoTextNode" presStyleLbl="node4" presStyleIdx="9" presStyleCnt="12">
        <dgm:presLayoutVars>
          <dgm:chPref val="3"/>
        </dgm:presLayoutVars>
      </dgm:prSet>
      <dgm:spPr/>
    </dgm:pt>
    <dgm:pt modelId="{839E989E-06B5-4B0E-AA55-EB17BB4CCF7A}" type="pres">
      <dgm:prSet presAssocID="{630B0A10-DF77-484C-8065-C6979355A6F6}" presName="level3hierChild" presStyleCnt="0"/>
      <dgm:spPr/>
    </dgm:pt>
    <dgm:pt modelId="{3CFD5F19-1019-4379-9C10-EDD988912B2A}" type="pres">
      <dgm:prSet presAssocID="{ADD244F3-19AB-45BC-9D19-03FA5C31F6C5}" presName="conn2-1" presStyleLbl="parChTrans1D4" presStyleIdx="10" presStyleCnt="12"/>
      <dgm:spPr/>
    </dgm:pt>
    <dgm:pt modelId="{446B3279-8B4F-4B93-8212-1F2107A27B1B}" type="pres">
      <dgm:prSet presAssocID="{ADD244F3-19AB-45BC-9D19-03FA5C31F6C5}" presName="connTx" presStyleLbl="parChTrans1D4" presStyleIdx="10" presStyleCnt="12"/>
      <dgm:spPr/>
    </dgm:pt>
    <dgm:pt modelId="{1AA0067A-01A7-4855-A8A9-73C7FA62CDCE}" type="pres">
      <dgm:prSet presAssocID="{203F38C2-5F82-4197-BE37-D685A926108D}" presName="root2" presStyleCnt="0"/>
      <dgm:spPr/>
    </dgm:pt>
    <dgm:pt modelId="{06B4E1B1-FD1F-4BE0-95EA-F64461CCBC33}" type="pres">
      <dgm:prSet presAssocID="{203F38C2-5F82-4197-BE37-D685A926108D}" presName="LevelTwoTextNode" presStyleLbl="node4" presStyleIdx="10" presStyleCnt="12">
        <dgm:presLayoutVars>
          <dgm:chPref val="3"/>
        </dgm:presLayoutVars>
      </dgm:prSet>
      <dgm:spPr/>
    </dgm:pt>
    <dgm:pt modelId="{BE5EF54E-6C83-4E56-9E93-8E12D2DFD69C}" type="pres">
      <dgm:prSet presAssocID="{203F38C2-5F82-4197-BE37-D685A926108D}" presName="level3hierChild" presStyleCnt="0"/>
      <dgm:spPr/>
    </dgm:pt>
    <dgm:pt modelId="{005864AB-8A21-4710-9A27-CD2D50C031A1}" type="pres">
      <dgm:prSet presAssocID="{DADE15B7-9798-4C6C-8523-A3012F0953A1}" presName="conn2-1" presStyleLbl="parChTrans1D4" presStyleIdx="11" presStyleCnt="12"/>
      <dgm:spPr/>
    </dgm:pt>
    <dgm:pt modelId="{C2DED081-318A-4B7B-92AE-C80D2220CD99}" type="pres">
      <dgm:prSet presAssocID="{DADE15B7-9798-4C6C-8523-A3012F0953A1}" presName="connTx" presStyleLbl="parChTrans1D4" presStyleIdx="11" presStyleCnt="12"/>
      <dgm:spPr/>
    </dgm:pt>
    <dgm:pt modelId="{18DEEB35-7D2E-4803-9870-7A48F9A5E1DB}" type="pres">
      <dgm:prSet presAssocID="{394BBF73-3058-4F15-ACA8-F891D79E0F46}" presName="root2" presStyleCnt="0"/>
      <dgm:spPr/>
    </dgm:pt>
    <dgm:pt modelId="{F99D9F52-B636-432C-8208-9B530EEB1191}" type="pres">
      <dgm:prSet presAssocID="{394BBF73-3058-4F15-ACA8-F891D79E0F46}" presName="LevelTwoTextNode" presStyleLbl="node4" presStyleIdx="11" presStyleCnt="12">
        <dgm:presLayoutVars>
          <dgm:chPref val="3"/>
        </dgm:presLayoutVars>
      </dgm:prSet>
      <dgm:spPr/>
    </dgm:pt>
    <dgm:pt modelId="{9F51BF39-E498-4846-840D-6FC49BB10C41}" type="pres">
      <dgm:prSet presAssocID="{394BBF73-3058-4F15-ACA8-F891D79E0F46}" presName="level3hierChild" presStyleCnt="0"/>
      <dgm:spPr/>
    </dgm:pt>
  </dgm:ptLst>
  <dgm:cxnLst>
    <dgm:cxn modelId="{9929EA03-EB88-4451-A3EF-41C6BB9B30B9}" type="presOf" srcId="{394BBF73-3058-4F15-ACA8-F891D79E0F46}" destId="{F99D9F52-B636-432C-8208-9B530EEB1191}" srcOrd="0" destOrd="0" presId="urn:microsoft.com/office/officeart/2005/8/layout/hierarchy2"/>
    <dgm:cxn modelId="{DD10C208-80DE-41DD-86A5-EB7B4E9A6224}" type="presOf" srcId="{65E089D6-7F20-4049-8DA9-887411CF45F7}" destId="{5609BF3E-AE99-46A3-A742-9DA83B1F8234}" srcOrd="0" destOrd="0" presId="urn:microsoft.com/office/officeart/2005/8/layout/hierarchy2"/>
    <dgm:cxn modelId="{CE01720A-C9BA-413C-82D7-AE58CD3E69F9}" srcId="{7EC6BDB2-45FA-4082-BE94-F5153180BDCF}" destId="{4E14B726-C336-45FC-9F46-6C38E5B3C4B2}" srcOrd="0" destOrd="0" parTransId="{541B7E2B-4EC3-422C-8117-B2F4C83C9E80}" sibTransId="{51D9547E-F8AA-43EB-B470-033A040F530D}"/>
    <dgm:cxn modelId="{5316360E-7EE6-47D9-B1C4-5901A73AF928}" type="presOf" srcId="{88A6A355-E750-427C-AAC4-A68577A20544}" destId="{6B57A735-3CDB-4110-A363-D47701122F3D}" srcOrd="0" destOrd="0" presId="urn:microsoft.com/office/officeart/2005/8/layout/hierarchy2"/>
    <dgm:cxn modelId="{7B5E1011-85C8-4517-A0B1-33DA454E82B2}" type="presOf" srcId="{541B7E2B-4EC3-422C-8117-B2F4C83C9E80}" destId="{4AC12BB3-44D2-493C-A4E8-D11937F8D1AB}" srcOrd="0" destOrd="0" presId="urn:microsoft.com/office/officeart/2005/8/layout/hierarchy2"/>
    <dgm:cxn modelId="{B86DBA17-1ACD-48EE-8B0F-3255B1864EC3}" type="presOf" srcId="{630B0A10-DF77-484C-8065-C6979355A6F6}" destId="{E3D99440-3912-45BB-B35B-CD5C0CFC1DE5}" srcOrd="0" destOrd="0" presId="urn:microsoft.com/office/officeart/2005/8/layout/hierarchy2"/>
    <dgm:cxn modelId="{EE506A1B-B811-46CA-8247-A8968C1EE7FF}" type="presOf" srcId="{847E0392-C15B-4096-BB0A-2059B1C128D7}" destId="{EE7A2FC7-534B-4F9A-B257-76E02DA5041F}" srcOrd="1" destOrd="0" presId="urn:microsoft.com/office/officeart/2005/8/layout/hierarchy2"/>
    <dgm:cxn modelId="{5CE78D1C-94A6-4B97-B654-63E6EA7D570A}" type="presOf" srcId="{EE0644B0-6FE6-408A-8610-1101E7CDD383}" destId="{7AF1BA48-57B6-4625-B709-F880F0AC85B4}" srcOrd="1" destOrd="0" presId="urn:microsoft.com/office/officeart/2005/8/layout/hierarchy2"/>
    <dgm:cxn modelId="{0B38981D-EF60-4175-8DFA-B5DEE276D168}" srcId="{88A6A355-E750-427C-AAC4-A68577A20544}" destId="{A79426DE-48CD-4655-A25A-4EA4AD55DF09}" srcOrd="0" destOrd="0" parTransId="{0F6A79E2-2F2B-4E08-A201-1B91BF34E42A}" sibTransId="{83277F52-D974-42C4-8929-3E69C0D396D0}"/>
    <dgm:cxn modelId="{6FD44624-1059-4F8F-A35F-5B583C4739DA}" srcId="{5855FAF7-F6D2-4674-A7A3-3D5D72FBC3C6}" destId="{D217AF5B-CAD7-44FD-B471-A3D29368BCBF}" srcOrd="0" destOrd="0" parTransId="{36642067-3B63-4D11-9189-449FD1FA8590}" sibTransId="{AAC30917-AFA0-4A13-978B-6279C27988A9}"/>
    <dgm:cxn modelId="{5CC97525-F8DD-4F0F-90DD-7F21B729F382}" srcId="{B0510D08-CC85-482F-983D-F07CB311F917}" destId="{E057B2D0-1C55-4EE6-9BAB-815A69AB481D}" srcOrd="0" destOrd="0" parTransId="{558ED2B4-35AB-43A3-9263-92B0B4C3C2E6}" sibTransId="{BFFB8AC3-529E-4034-BB74-6CD46E937A2F}"/>
    <dgm:cxn modelId="{66CCED2B-A3CE-4D2D-99D6-87D46E7B7DA5}" type="presOf" srcId="{558ED2B4-35AB-43A3-9263-92B0B4C3C2E6}" destId="{1B0DD306-5B98-45C8-9C98-703D4A7B8EEA}" srcOrd="0" destOrd="0" presId="urn:microsoft.com/office/officeart/2005/8/layout/hierarchy2"/>
    <dgm:cxn modelId="{CBC01A2E-89A3-475A-9BC5-2C3013BE7B01}" srcId="{D8F3CD5C-5486-4D30-8B22-7F648ED8D280}" destId="{A835F59A-A7E3-43ED-8C22-BC96E5F78087}" srcOrd="0" destOrd="0" parTransId="{99BE5BCD-2CF5-4CA5-9AF6-961FD150A7DC}" sibTransId="{A1353379-1B59-4AF3-A42C-33234F8D0445}"/>
    <dgm:cxn modelId="{9BDBDA2F-671E-417A-9D1D-7C7AC6DF0846}" type="presOf" srcId="{0407816A-7DE7-4D31-B897-2A47037B20CD}" destId="{3359906C-64C3-475D-9C5F-B5A44FD58E0E}" srcOrd="1" destOrd="0" presId="urn:microsoft.com/office/officeart/2005/8/layout/hierarchy2"/>
    <dgm:cxn modelId="{F0FC3032-C71A-419C-9CFF-BAB16C72E330}" type="presOf" srcId="{EE0644B0-6FE6-408A-8610-1101E7CDD383}" destId="{6AC56E68-EEA1-4487-A9C9-D61A059E80A1}" srcOrd="0" destOrd="0" presId="urn:microsoft.com/office/officeart/2005/8/layout/hierarchy2"/>
    <dgm:cxn modelId="{7C6C8D39-7FFD-43E8-A3F9-6C46092C1F3B}" type="presOf" srcId="{DADE15B7-9798-4C6C-8523-A3012F0953A1}" destId="{005864AB-8A21-4710-9A27-CD2D50C031A1}" srcOrd="0" destOrd="0" presId="urn:microsoft.com/office/officeart/2005/8/layout/hierarchy2"/>
    <dgm:cxn modelId="{2B72D63A-C1BE-48AF-8EFE-B0197D3D1B61}" type="presOf" srcId="{558ED2B4-35AB-43A3-9263-92B0B4C3C2E6}" destId="{0E6FBF0F-EB87-4C3C-BEDE-8FA5BB1571C9}" srcOrd="1" destOrd="0" presId="urn:microsoft.com/office/officeart/2005/8/layout/hierarchy2"/>
    <dgm:cxn modelId="{6C17E13A-86C4-442D-A80A-F842B8E217A8}" type="presOf" srcId="{51421A8E-8CCC-4E90-9C0F-8D4F88E9B126}" destId="{52DA4ACC-E647-4365-B4B2-AFC62DB0E6F6}" srcOrd="0" destOrd="0" presId="urn:microsoft.com/office/officeart/2005/8/layout/hierarchy2"/>
    <dgm:cxn modelId="{3AEB453B-0AFF-41E6-9FA7-E7C025846589}" type="presOf" srcId="{99BE5BCD-2CF5-4CA5-9AF6-961FD150A7DC}" destId="{AAB8B032-0356-45D8-8BC7-FEA47B548B9F}" srcOrd="1" destOrd="0" presId="urn:microsoft.com/office/officeart/2005/8/layout/hierarchy2"/>
    <dgm:cxn modelId="{6332E441-B1FA-4E68-9972-5464EC2C0955}" type="presOf" srcId="{0407816A-7DE7-4D31-B897-2A47037B20CD}" destId="{424BA1A7-84EC-4102-A581-434A2BCC0B8F}" srcOrd="0" destOrd="0" presId="urn:microsoft.com/office/officeart/2005/8/layout/hierarchy2"/>
    <dgm:cxn modelId="{8412B866-DCCB-42C7-B366-19073255CFBE}" srcId="{A79426DE-48CD-4655-A25A-4EA4AD55DF09}" destId="{6EEC38E1-8C21-4C5A-9A91-92FCA9D299A3}" srcOrd="1" destOrd="0" parTransId="{026CDA80-376D-4530-83F9-CC6A4D984FD3}" sibTransId="{05843A98-A242-40EC-B387-AA459DF98173}"/>
    <dgm:cxn modelId="{4F69804B-C168-4343-B0DC-0391E1F75DB9}" type="presOf" srcId="{18C8AA20-A0A4-464A-882F-A041B8A09931}" destId="{B91E8EF6-26D1-4A3E-9645-1E08BE2C0F50}" srcOrd="0" destOrd="0" presId="urn:microsoft.com/office/officeart/2005/8/layout/hierarchy2"/>
    <dgm:cxn modelId="{C926464C-3A21-4B22-8ED0-E83284C074CD}" type="presOf" srcId="{4E14B726-C336-45FC-9F46-6C38E5B3C4B2}" destId="{2CEE5543-72A2-470B-8A19-BB5269682508}" srcOrd="0" destOrd="0" presId="urn:microsoft.com/office/officeart/2005/8/layout/hierarchy2"/>
    <dgm:cxn modelId="{1800BE4F-8936-4CFF-BC8C-F9D1DD76E41E}" type="presOf" srcId="{5855FAF7-F6D2-4674-A7A3-3D5D72FBC3C6}" destId="{6D47C7F6-7573-4AC0-B56B-E204EA65A583}" srcOrd="0" destOrd="0" presId="urn:microsoft.com/office/officeart/2005/8/layout/hierarchy2"/>
    <dgm:cxn modelId="{9E082672-BADB-49FB-B9C4-C6C43BF72C68}" srcId="{65E089D6-7F20-4049-8DA9-887411CF45F7}" destId="{88A6A355-E750-427C-AAC4-A68577A20544}" srcOrd="0" destOrd="0" parTransId="{7E3EA5D6-BF43-46F7-81A0-9704A7994A9A}" sibTransId="{6CC398AE-C281-480F-AA17-FD51CBDC4BB2}"/>
    <dgm:cxn modelId="{F278D374-111D-4848-842E-58A02A950D33}" type="presOf" srcId="{ADD244F3-19AB-45BC-9D19-03FA5C31F6C5}" destId="{3CFD5F19-1019-4379-9C10-EDD988912B2A}" srcOrd="0" destOrd="0" presId="urn:microsoft.com/office/officeart/2005/8/layout/hierarchy2"/>
    <dgm:cxn modelId="{52D31955-6C5C-4E3F-B297-4F3B09AD167E}" type="presOf" srcId="{0F6A79E2-2F2B-4E08-A201-1B91BF34E42A}" destId="{F8A5C3F1-7290-4806-A32F-12FDF7B8CE2C}" srcOrd="1" destOrd="0" presId="urn:microsoft.com/office/officeart/2005/8/layout/hierarchy2"/>
    <dgm:cxn modelId="{27226B77-092C-47FB-836A-50CC68E093C3}" type="presOf" srcId="{99BE5BCD-2CF5-4CA5-9AF6-961FD150A7DC}" destId="{9C890EC5-2F14-487E-AB11-B3A1FCA18E0A}" srcOrd="0" destOrd="0" presId="urn:microsoft.com/office/officeart/2005/8/layout/hierarchy2"/>
    <dgm:cxn modelId="{FD52877D-9F4F-49A3-97B4-06329481FA5D}" type="presOf" srcId="{026CDA80-376D-4530-83F9-CC6A4D984FD3}" destId="{A8364293-FB28-4AF4-96EF-1801CCF51469}" srcOrd="0" destOrd="0" presId="urn:microsoft.com/office/officeart/2005/8/layout/hierarchy2"/>
    <dgm:cxn modelId="{830AA181-657D-401B-9BEB-FDBCC60106BE}" type="presOf" srcId="{36642067-3B63-4D11-9189-449FD1FA8590}" destId="{00EBF872-568E-4FBC-A554-38A75FDFCE01}" srcOrd="0" destOrd="0" presId="urn:microsoft.com/office/officeart/2005/8/layout/hierarchy2"/>
    <dgm:cxn modelId="{511DBB81-CB46-4ACC-9FF3-63BA359F4B22}" type="presOf" srcId="{D8F3CD5C-5486-4D30-8B22-7F648ED8D280}" destId="{FB473BC8-2A5E-47C9-8FDB-EABC9F01F9B5}" srcOrd="0" destOrd="0" presId="urn:microsoft.com/office/officeart/2005/8/layout/hierarchy2"/>
    <dgm:cxn modelId="{B749D882-4C32-468D-89C0-CCCACD344DF3}" type="presOf" srcId="{8862CC34-7816-4754-B5BC-5BB5486BA8EE}" destId="{F6564ED8-8E62-43D8-8F90-3F97700F77D6}" srcOrd="0" destOrd="0" presId="urn:microsoft.com/office/officeart/2005/8/layout/hierarchy2"/>
    <dgm:cxn modelId="{2A549888-5750-4D57-89CF-685E63D06533}" srcId="{203F38C2-5F82-4197-BE37-D685A926108D}" destId="{394BBF73-3058-4F15-ACA8-F891D79E0F46}" srcOrd="0" destOrd="0" parTransId="{DADE15B7-9798-4C6C-8523-A3012F0953A1}" sibTransId="{E3701FBA-1DD8-4A66-A1A5-7844F122F573}"/>
    <dgm:cxn modelId="{5C417A8C-CFBE-4A50-9C18-5332CA381A66}" type="presOf" srcId="{6EEC38E1-8C21-4C5A-9A91-92FCA9D299A3}" destId="{540F19EE-2100-4543-92C8-A44A2AB84E8B}" srcOrd="0" destOrd="0" presId="urn:microsoft.com/office/officeart/2005/8/layout/hierarchy2"/>
    <dgm:cxn modelId="{D3D88698-B8C6-4CF7-BB28-BC1C8B342F3F}" type="presOf" srcId="{026CDA80-376D-4530-83F9-CC6A4D984FD3}" destId="{318BEF67-2CA9-4D38-8F4D-454DD465BD1A}" srcOrd="1" destOrd="0" presId="urn:microsoft.com/office/officeart/2005/8/layout/hierarchy2"/>
    <dgm:cxn modelId="{33CA2AA4-FA03-4398-ADD6-E956EFF7198A}" srcId="{6EEC38E1-8C21-4C5A-9A91-92FCA9D299A3}" destId="{5855FAF7-F6D2-4674-A7A3-3D5D72FBC3C6}" srcOrd="0" destOrd="0" parTransId="{8862CC34-7816-4754-B5BC-5BB5486BA8EE}" sibTransId="{B9014845-1EAD-4F5F-B33A-B68CAA87367A}"/>
    <dgm:cxn modelId="{B5DC6FA4-497B-4D32-B363-CFC876939A04}" type="presOf" srcId="{203F38C2-5F82-4197-BE37-D685A926108D}" destId="{06B4E1B1-FD1F-4BE0-95EA-F64461CCBC33}" srcOrd="0" destOrd="0" presId="urn:microsoft.com/office/officeart/2005/8/layout/hierarchy2"/>
    <dgm:cxn modelId="{69AA48AD-4EB3-438B-B632-88AEB50445E4}" type="presOf" srcId="{A79426DE-48CD-4655-A25A-4EA4AD55DF09}" destId="{CD8BB1DF-8363-4BEF-B0C3-29FFB997B3E0}" srcOrd="0" destOrd="0" presId="urn:microsoft.com/office/officeart/2005/8/layout/hierarchy2"/>
    <dgm:cxn modelId="{CFFCFDAD-DD82-4CA0-A002-F64816EAA225}" type="presOf" srcId="{DADE15B7-9798-4C6C-8523-A3012F0953A1}" destId="{C2DED081-318A-4B7B-92AE-C80D2220CD99}" srcOrd="1" destOrd="0" presId="urn:microsoft.com/office/officeart/2005/8/layout/hierarchy2"/>
    <dgm:cxn modelId="{16F591B3-4E08-41CF-9051-D258A02297BF}" type="presOf" srcId="{847E0392-C15B-4096-BB0A-2059B1C128D7}" destId="{1D86CAEC-FD9A-4098-BFE2-39B0CCFF1592}" srcOrd="0" destOrd="0" presId="urn:microsoft.com/office/officeart/2005/8/layout/hierarchy2"/>
    <dgm:cxn modelId="{D40E91B4-AE38-43FF-958B-4F043CFD7685}" type="presOf" srcId="{7EC6BDB2-45FA-4082-BE94-F5153180BDCF}" destId="{7D9697DA-9044-4387-86CB-6929D40C1081}" srcOrd="0" destOrd="0" presId="urn:microsoft.com/office/officeart/2005/8/layout/hierarchy2"/>
    <dgm:cxn modelId="{E1E658B5-C31F-4BBF-B9E0-81CAA1D3B90B}" type="presOf" srcId="{DC68DD46-B8FB-4903-8642-DDE75127EBA6}" destId="{436D44BE-A205-410E-BA8F-41D8E2755CD5}" srcOrd="0" destOrd="0" presId="urn:microsoft.com/office/officeart/2005/8/layout/hierarchy2"/>
    <dgm:cxn modelId="{12B113B6-52CA-4273-9FBB-C83A9DDCE7D4}" type="presOf" srcId="{1A341105-740E-4292-91FF-50284CBBEEDB}" destId="{3984C0DF-84C5-4453-9390-689AF4A447D8}" srcOrd="0" destOrd="0" presId="urn:microsoft.com/office/officeart/2005/8/layout/hierarchy2"/>
    <dgm:cxn modelId="{C88A33B9-02E8-43CF-83BA-2ADB228F0686}" type="presOf" srcId="{51421A8E-8CCC-4E90-9C0F-8D4F88E9B126}" destId="{B658D557-9703-4DB4-8CF6-EF13A9009233}" srcOrd="1" destOrd="0" presId="urn:microsoft.com/office/officeart/2005/8/layout/hierarchy2"/>
    <dgm:cxn modelId="{9923F5BB-5B65-4B72-B4D1-4538C75E7004}" srcId="{6EEC38E1-8C21-4C5A-9A91-92FCA9D299A3}" destId="{7EC6BDB2-45FA-4082-BE94-F5153180BDCF}" srcOrd="1" destOrd="0" parTransId="{51421A8E-8CCC-4E90-9C0F-8D4F88E9B126}" sibTransId="{EB9627C1-390C-49D9-A5A9-6DCAED7189D4}"/>
    <dgm:cxn modelId="{6FA284BF-0271-4C9D-80DE-2B93687C5D79}" srcId="{4E14B726-C336-45FC-9F46-6C38E5B3C4B2}" destId="{D8F3CD5C-5486-4D30-8B22-7F648ED8D280}" srcOrd="0" destOrd="0" parTransId="{0407816A-7DE7-4D31-B897-2A47037B20CD}" sibTransId="{131668DB-B4B7-470D-9BFA-991A5F3F6E84}"/>
    <dgm:cxn modelId="{3A0F29CD-03D5-489F-B533-206F22B043F7}" type="presOf" srcId="{ADD244F3-19AB-45BC-9D19-03FA5C31F6C5}" destId="{446B3279-8B4F-4B93-8212-1F2107A27B1B}" srcOrd="1" destOrd="0" presId="urn:microsoft.com/office/officeart/2005/8/layout/hierarchy2"/>
    <dgm:cxn modelId="{EFB76BD4-58F4-4466-BFF8-3A9FFA7DA116}" type="presOf" srcId="{E057B2D0-1C55-4EE6-9BAB-815A69AB481D}" destId="{6F9A75CC-E50A-4830-9427-F1F52240012B}" srcOrd="0" destOrd="0" presId="urn:microsoft.com/office/officeart/2005/8/layout/hierarchy2"/>
    <dgm:cxn modelId="{879072D8-1B2E-4711-9BBA-EAB703CD7CB0}" srcId="{B0510D08-CC85-482F-983D-F07CB311F917}" destId="{203F38C2-5F82-4197-BE37-D685A926108D}" srcOrd="1" destOrd="0" parTransId="{ADD244F3-19AB-45BC-9D19-03FA5C31F6C5}" sibTransId="{7A130988-80AC-40CB-A39A-803B8E2EDCC3}"/>
    <dgm:cxn modelId="{D64D5CD9-5EE7-49EF-9A0A-EDB499A0BF60}" srcId="{1A341105-740E-4292-91FF-50284CBBEEDB}" destId="{18C8AA20-A0A4-464A-882F-A041B8A09931}" srcOrd="0" destOrd="0" parTransId="{DC68DD46-B8FB-4903-8642-DDE75127EBA6}" sibTransId="{5D88EF97-7F4B-46B6-8549-01F1B04C341D}"/>
    <dgm:cxn modelId="{D1FA8BDC-9717-47B4-A172-39E2A5666016}" type="presOf" srcId="{0F6A79E2-2F2B-4E08-A201-1B91BF34E42A}" destId="{61DC57C7-075B-4288-9321-710C6F390EA4}" srcOrd="0" destOrd="0" presId="urn:microsoft.com/office/officeart/2005/8/layout/hierarchy2"/>
    <dgm:cxn modelId="{77CED5DF-DD82-4F2D-8734-BA2465C66902}" type="presOf" srcId="{366DB228-E517-4077-8C08-1BD2F77AB150}" destId="{15ED95E7-5353-4487-BABD-01E6035DBC82}" srcOrd="1" destOrd="0" presId="urn:microsoft.com/office/officeart/2005/8/layout/hierarchy2"/>
    <dgm:cxn modelId="{2193B3E0-CC8C-4244-B5EC-A4635473887E}" type="presOf" srcId="{A835F59A-A7E3-43ED-8C22-BC96E5F78087}" destId="{138DFEFB-78D7-46E6-AD0E-4B998576A3EF}" srcOrd="0" destOrd="0" presId="urn:microsoft.com/office/officeart/2005/8/layout/hierarchy2"/>
    <dgm:cxn modelId="{A1D5D5E4-91B1-4C86-A52A-D218989CEDC3}" srcId="{4E14B726-C336-45FC-9F46-6C38E5B3C4B2}" destId="{B0510D08-CC85-482F-983D-F07CB311F917}" srcOrd="1" destOrd="0" parTransId="{366DB228-E517-4077-8C08-1BD2F77AB150}" sibTransId="{16D76072-BC04-4CAD-BA8E-F3D3F44735E7}"/>
    <dgm:cxn modelId="{1D7E0BE5-038B-4406-BD63-351E399FC003}" type="presOf" srcId="{D217AF5B-CAD7-44FD-B471-A3D29368BCBF}" destId="{9A628643-34BB-46DF-A21C-94E6F42FE0D9}" srcOrd="0" destOrd="0" presId="urn:microsoft.com/office/officeart/2005/8/layout/hierarchy2"/>
    <dgm:cxn modelId="{F94DBAE8-EDCB-40B1-9339-B3B6F675C6C7}" srcId="{A79426DE-48CD-4655-A25A-4EA4AD55DF09}" destId="{1A341105-740E-4292-91FF-50284CBBEEDB}" srcOrd="0" destOrd="0" parTransId="{847E0392-C15B-4096-BB0A-2059B1C128D7}" sibTransId="{4DC30CEF-1CD2-40A6-BA17-598B92018CD9}"/>
    <dgm:cxn modelId="{07B391EC-9489-40E7-A703-01AF02D10E7E}" type="presOf" srcId="{DC68DD46-B8FB-4903-8642-DDE75127EBA6}" destId="{63324A8F-5ACA-43B3-941F-2506E0A17CF5}" srcOrd="1" destOrd="0" presId="urn:microsoft.com/office/officeart/2005/8/layout/hierarchy2"/>
    <dgm:cxn modelId="{D69B2AF4-E010-41D1-8C77-6CCBE912C93A}" type="presOf" srcId="{36642067-3B63-4D11-9189-449FD1FA8590}" destId="{479332FF-2FF4-4726-89B6-A846C44EDF3E}" srcOrd="1" destOrd="0" presId="urn:microsoft.com/office/officeart/2005/8/layout/hierarchy2"/>
    <dgm:cxn modelId="{879906F9-C2F1-4445-9275-D4A68B64F7DE}" type="presOf" srcId="{B0510D08-CC85-482F-983D-F07CB311F917}" destId="{E84291A7-105B-4185-84B5-E063D6CAEB0D}" srcOrd="0" destOrd="0" presId="urn:microsoft.com/office/officeart/2005/8/layout/hierarchy2"/>
    <dgm:cxn modelId="{085F45FA-ADD0-4DE4-A41D-9DA76D820113}" srcId="{E057B2D0-1C55-4EE6-9BAB-815A69AB481D}" destId="{630B0A10-DF77-484C-8065-C6979355A6F6}" srcOrd="0" destOrd="0" parTransId="{EE0644B0-6FE6-408A-8610-1101E7CDD383}" sibTransId="{C9E1E1F5-776E-4BAF-8CCE-7400B033FFBB}"/>
    <dgm:cxn modelId="{45DC4FFD-6C02-410B-840F-A26A6965B416}" type="presOf" srcId="{8862CC34-7816-4754-B5BC-5BB5486BA8EE}" destId="{BDC07444-D03A-49A3-A016-DEC58E3AB1B6}" srcOrd="1" destOrd="0" presId="urn:microsoft.com/office/officeart/2005/8/layout/hierarchy2"/>
    <dgm:cxn modelId="{EE9A24FE-8CA2-4350-97EC-8D0A7984EAED}" type="presOf" srcId="{541B7E2B-4EC3-422C-8117-B2F4C83C9E80}" destId="{DD7E9893-B013-4608-BFF3-C5B49CE1A9A3}" srcOrd="1" destOrd="0" presId="urn:microsoft.com/office/officeart/2005/8/layout/hierarchy2"/>
    <dgm:cxn modelId="{3A7BFEFE-8ECB-4DBC-B64B-7A066C8A776F}" type="presOf" srcId="{366DB228-E517-4077-8C08-1BD2F77AB150}" destId="{22F18571-C8D6-4ABB-9BCE-52FF771AD953}" srcOrd="0" destOrd="0" presId="urn:microsoft.com/office/officeart/2005/8/layout/hierarchy2"/>
    <dgm:cxn modelId="{19B2E748-CF8E-4F36-B9BB-391C83417809}" type="presParOf" srcId="{5609BF3E-AE99-46A3-A742-9DA83B1F8234}" destId="{0BE5296C-29ED-488A-AB9B-9D9F3E547BC2}" srcOrd="0" destOrd="0" presId="urn:microsoft.com/office/officeart/2005/8/layout/hierarchy2"/>
    <dgm:cxn modelId="{77CBE238-2886-497A-8D7B-41D2B5B84852}" type="presParOf" srcId="{0BE5296C-29ED-488A-AB9B-9D9F3E547BC2}" destId="{6B57A735-3CDB-4110-A363-D47701122F3D}" srcOrd="0" destOrd="0" presId="urn:microsoft.com/office/officeart/2005/8/layout/hierarchy2"/>
    <dgm:cxn modelId="{2617EADB-1F90-4B15-A16D-D872A1AFBEE2}" type="presParOf" srcId="{0BE5296C-29ED-488A-AB9B-9D9F3E547BC2}" destId="{EB139319-09BF-446F-9D23-6B1B57B73925}" srcOrd="1" destOrd="0" presId="urn:microsoft.com/office/officeart/2005/8/layout/hierarchy2"/>
    <dgm:cxn modelId="{F70779E2-0301-405C-9C72-7FAB86D5039E}" type="presParOf" srcId="{EB139319-09BF-446F-9D23-6B1B57B73925}" destId="{61DC57C7-075B-4288-9321-710C6F390EA4}" srcOrd="0" destOrd="0" presId="urn:microsoft.com/office/officeart/2005/8/layout/hierarchy2"/>
    <dgm:cxn modelId="{D0A3E107-F394-435F-A36E-EB1192800C5D}" type="presParOf" srcId="{61DC57C7-075B-4288-9321-710C6F390EA4}" destId="{F8A5C3F1-7290-4806-A32F-12FDF7B8CE2C}" srcOrd="0" destOrd="0" presId="urn:microsoft.com/office/officeart/2005/8/layout/hierarchy2"/>
    <dgm:cxn modelId="{B17F58AA-80E3-4708-93D5-A58F887A98FF}" type="presParOf" srcId="{EB139319-09BF-446F-9D23-6B1B57B73925}" destId="{89C9EBE1-BC40-4DFE-B3AA-8FCFCFD83210}" srcOrd="1" destOrd="0" presId="urn:microsoft.com/office/officeart/2005/8/layout/hierarchy2"/>
    <dgm:cxn modelId="{3EBD8A85-A1D3-4C18-98D8-2BFB775F455C}" type="presParOf" srcId="{89C9EBE1-BC40-4DFE-B3AA-8FCFCFD83210}" destId="{CD8BB1DF-8363-4BEF-B0C3-29FFB997B3E0}" srcOrd="0" destOrd="0" presId="urn:microsoft.com/office/officeart/2005/8/layout/hierarchy2"/>
    <dgm:cxn modelId="{8CE0E0F9-E378-420B-BEBC-E091E0396320}" type="presParOf" srcId="{89C9EBE1-BC40-4DFE-B3AA-8FCFCFD83210}" destId="{C777E6EB-EAE6-40AA-AD8D-1A83026F1202}" srcOrd="1" destOrd="0" presId="urn:microsoft.com/office/officeart/2005/8/layout/hierarchy2"/>
    <dgm:cxn modelId="{233677D4-055C-4F1D-859D-E838EAFB46E8}" type="presParOf" srcId="{C777E6EB-EAE6-40AA-AD8D-1A83026F1202}" destId="{1D86CAEC-FD9A-4098-BFE2-39B0CCFF1592}" srcOrd="0" destOrd="0" presId="urn:microsoft.com/office/officeart/2005/8/layout/hierarchy2"/>
    <dgm:cxn modelId="{8E0603A3-E569-48D9-863C-6E96397186EA}" type="presParOf" srcId="{1D86CAEC-FD9A-4098-BFE2-39B0CCFF1592}" destId="{EE7A2FC7-534B-4F9A-B257-76E02DA5041F}" srcOrd="0" destOrd="0" presId="urn:microsoft.com/office/officeart/2005/8/layout/hierarchy2"/>
    <dgm:cxn modelId="{177C8423-E68D-4A1A-8CAC-F5868E8202C9}" type="presParOf" srcId="{C777E6EB-EAE6-40AA-AD8D-1A83026F1202}" destId="{3B67133F-7854-41EF-9FE8-F238CB47EF48}" srcOrd="1" destOrd="0" presId="urn:microsoft.com/office/officeart/2005/8/layout/hierarchy2"/>
    <dgm:cxn modelId="{ED304C59-D88A-49E5-9E99-2B3D05FB636F}" type="presParOf" srcId="{3B67133F-7854-41EF-9FE8-F238CB47EF48}" destId="{3984C0DF-84C5-4453-9390-689AF4A447D8}" srcOrd="0" destOrd="0" presId="urn:microsoft.com/office/officeart/2005/8/layout/hierarchy2"/>
    <dgm:cxn modelId="{A3A1F6D2-48D3-42AC-B256-7A1BBB0022E7}" type="presParOf" srcId="{3B67133F-7854-41EF-9FE8-F238CB47EF48}" destId="{857837E3-79C3-40E6-BCCC-6BD59470C924}" srcOrd="1" destOrd="0" presId="urn:microsoft.com/office/officeart/2005/8/layout/hierarchy2"/>
    <dgm:cxn modelId="{A9781E0B-C314-4505-8584-CF53B0B32768}" type="presParOf" srcId="{857837E3-79C3-40E6-BCCC-6BD59470C924}" destId="{436D44BE-A205-410E-BA8F-41D8E2755CD5}" srcOrd="0" destOrd="0" presId="urn:microsoft.com/office/officeart/2005/8/layout/hierarchy2"/>
    <dgm:cxn modelId="{DD306C1C-4AC2-45B1-AB46-4DB83629BD98}" type="presParOf" srcId="{436D44BE-A205-410E-BA8F-41D8E2755CD5}" destId="{63324A8F-5ACA-43B3-941F-2506E0A17CF5}" srcOrd="0" destOrd="0" presId="urn:microsoft.com/office/officeart/2005/8/layout/hierarchy2"/>
    <dgm:cxn modelId="{D1000F4B-E888-497C-93DE-26B63EDB3DFB}" type="presParOf" srcId="{857837E3-79C3-40E6-BCCC-6BD59470C924}" destId="{CA5E8B0F-06C3-4E06-A5E2-242680E3A2B0}" srcOrd="1" destOrd="0" presId="urn:microsoft.com/office/officeart/2005/8/layout/hierarchy2"/>
    <dgm:cxn modelId="{C69C78BF-34A5-4067-9958-4D0B752B0A6C}" type="presParOf" srcId="{CA5E8B0F-06C3-4E06-A5E2-242680E3A2B0}" destId="{B91E8EF6-26D1-4A3E-9645-1E08BE2C0F50}" srcOrd="0" destOrd="0" presId="urn:microsoft.com/office/officeart/2005/8/layout/hierarchy2"/>
    <dgm:cxn modelId="{DF61CECC-170D-4F9B-9A02-8DEA067BFD0D}" type="presParOf" srcId="{CA5E8B0F-06C3-4E06-A5E2-242680E3A2B0}" destId="{DB85A461-FA9B-4501-B4EE-88138839C77A}" srcOrd="1" destOrd="0" presId="urn:microsoft.com/office/officeart/2005/8/layout/hierarchy2"/>
    <dgm:cxn modelId="{55557354-C507-4AD2-A2D6-4CEE1B2DAA7D}" type="presParOf" srcId="{C777E6EB-EAE6-40AA-AD8D-1A83026F1202}" destId="{A8364293-FB28-4AF4-96EF-1801CCF51469}" srcOrd="2" destOrd="0" presId="urn:microsoft.com/office/officeart/2005/8/layout/hierarchy2"/>
    <dgm:cxn modelId="{89EDBB24-4681-4BB6-B88E-D7CE4EF76CE1}" type="presParOf" srcId="{A8364293-FB28-4AF4-96EF-1801CCF51469}" destId="{318BEF67-2CA9-4D38-8F4D-454DD465BD1A}" srcOrd="0" destOrd="0" presId="urn:microsoft.com/office/officeart/2005/8/layout/hierarchy2"/>
    <dgm:cxn modelId="{D3DD367A-2E30-4E0A-99F2-D452537117B8}" type="presParOf" srcId="{C777E6EB-EAE6-40AA-AD8D-1A83026F1202}" destId="{586E0716-7024-468F-9F7F-211B81AE0362}" srcOrd="3" destOrd="0" presId="urn:microsoft.com/office/officeart/2005/8/layout/hierarchy2"/>
    <dgm:cxn modelId="{B3FEDE38-EC2F-4BB2-9941-C3CA7F136A51}" type="presParOf" srcId="{586E0716-7024-468F-9F7F-211B81AE0362}" destId="{540F19EE-2100-4543-92C8-A44A2AB84E8B}" srcOrd="0" destOrd="0" presId="urn:microsoft.com/office/officeart/2005/8/layout/hierarchy2"/>
    <dgm:cxn modelId="{F224AF68-B3D2-4479-A38B-66339F003D38}" type="presParOf" srcId="{586E0716-7024-468F-9F7F-211B81AE0362}" destId="{7F456B96-6562-4ABA-89C7-219F42941F96}" srcOrd="1" destOrd="0" presId="urn:microsoft.com/office/officeart/2005/8/layout/hierarchy2"/>
    <dgm:cxn modelId="{F99B8D03-152B-4111-96EF-E2A01698972F}" type="presParOf" srcId="{7F456B96-6562-4ABA-89C7-219F42941F96}" destId="{F6564ED8-8E62-43D8-8F90-3F97700F77D6}" srcOrd="0" destOrd="0" presId="urn:microsoft.com/office/officeart/2005/8/layout/hierarchy2"/>
    <dgm:cxn modelId="{A9FB292F-7B08-48A5-90DC-06B6C8771DA3}" type="presParOf" srcId="{F6564ED8-8E62-43D8-8F90-3F97700F77D6}" destId="{BDC07444-D03A-49A3-A016-DEC58E3AB1B6}" srcOrd="0" destOrd="0" presId="urn:microsoft.com/office/officeart/2005/8/layout/hierarchy2"/>
    <dgm:cxn modelId="{7421AEDA-1C7D-4EF2-B482-C9C6C83C7B81}" type="presParOf" srcId="{7F456B96-6562-4ABA-89C7-219F42941F96}" destId="{0FA30CA7-6AA0-40F7-A3FA-4B22D14C0FE9}" srcOrd="1" destOrd="0" presId="urn:microsoft.com/office/officeart/2005/8/layout/hierarchy2"/>
    <dgm:cxn modelId="{F7BEBE88-D893-42A0-9000-FF3FCC7B7027}" type="presParOf" srcId="{0FA30CA7-6AA0-40F7-A3FA-4B22D14C0FE9}" destId="{6D47C7F6-7573-4AC0-B56B-E204EA65A583}" srcOrd="0" destOrd="0" presId="urn:microsoft.com/office/officeart/2005/8/layout/hierarchy2"/>
    <dgm:cxn modelId="{B1F69BF9-751A-43AF-B3ED-9F66CB4A31C9}" type="presParOf" srcId="{0FA30CA7-6AA0-40F7-A3FA-4B22D14C0FE9}" destId="{DA30EEEA-2F0D-4FFC-9CC3-9487FD5AC928}" srcOrd="1" destOrd="0" presId="urn:microsoft.com/office/officeart/2005/8/layout/hierarchy2"/>
    <dgm:cxn modelId="{A0DB7632-F113-4066-9F0C-380D99BB15CC}" type="presParOf" srcId="{DA30EEEA-2F0D-4FFC-9CC3-9487FD5AC928}" destId="{00EBF872-568E-4FBC-A554-38A75FDFCE01}" srcOrd="0" destOrd="0" presId="urn:microsoft.com/office/officeart/2005/8/layout/hierarchy2"/>
    <dgm:cxn modelId="{6707FDE9-8370-4E3C-B043-545CC5A31BD5}" type="presParOf" srcId="{00EBF872-568E-4FBC-A554-38A75FDFCE01}" destId="{479332FF-2FF4-4726-89B6-A846C44EDF3E}" srcOrd="0" destOrd="0" presId="urn:microsoft.com/office/officeart/2005/8/layout/hierarchy2"/>
    <dgm:cxn modelId="{3DC4A88C-8B03-4529-801C-90D0F5E45405}" type="presParOf" srcId="{DA30EEEA-2F0D-4FFC-9CC3-9487FD5AC928}" destId="{DE41D019-0F0B-4AA5-8796-FE4AF59BFF6A}" srcOrd="1" destOrd="0" presId="urn:microsoft.com/office/officeart/2005/8/layout/hierarchy2"/>
    <dgm:cxn modelId="{E0407166-A9A3-4935-8DA8-04D547B9482D}" type="presParOf" srcId="{DE41D019-0F0B-4AA5-8796-FE4AF59BFF6A}" destId="{9A628643-34BB-46DF-A21C-94E6F42FE0D9}" srcOrd="0" destOrd="0" presId="urn:microsoft.com/office/officeart/2005/8/layout/hierarchy2"/>
    <dgm:cxn modelId="{8B53990F-1920-4B03-AC48-90202EE398B0}" type="presParOf" srcId="{DE41D019-0F0B-4AA5-8796-FE4AF59BFF6A}" destId="{6FCF1843-01BA-4AA6-9BC8-7115C8293EA5}" srcOrd="1" destOrd="0" presId="urn:microsoft.com/office/officeart/2005/8/layout/hierarchy2"/>
    <dgm:cxn modelId="{57B8CBDB-1B6A-4488-A5A3-96E1A94406EE}" type="presParOf" srcId="{7F456B96-6562-4ABA-89C7-219F42941F96}" destId="{52DA4ACC-E647-4365-B4B2-AFC62DB0E6F6}" srcOrd="2" destOrd="0" presId="urn:microsoft.com/office/officeart/2005/8/layout/hierarchy2"/>
    <dgm:cxn modelId="{D5F43F37-F444-4526-8856-D3BDBF753B71}" type="presParOf" srcId="{52DA4ACC-E647-4365-B4B2-AFC62DB0E6F6}" destId="{B658D557-9703-4DB4-8CF6-EF13A9009233}" srcOrd="0" destOrd="0" presId="urn:microsoft.com/office/officeart/2005/8/layout/hierarchy2"/>
    <dgm:cxn modelId="{8E992BB9-C625-4D03-B402-6748F004970D}" type="presParOf" srcId="{7F456B96-6562-4ABA-89C7-219F42941F96}" destId="{C4A4FE2A-2313-42DF-9859-3ED01A2A0DF8}" srcOrd="3" destOrd="0" presId="urn:microsoft.com/office/officeart/2005/8/layout/hierarchy2"/>
    <dgm:cxn modelId="{1509F75C-A550-44C5-B422-1B2AB18CD888}" type="presParOf" srcId="{C4A4FE2A-2313-42DF-9859-3ED01A2A0DF8}" destId="{7D9697DA-9044-4387-86CB-6929D40C1081}" srcOrd="0" destOrd="0" presId="urn:microsoft.com/office/officeart/2005/8/layout/hierarchy2"/>
    <dgm:cxn modelId="{FEF35778-8B1F-4855-AE59-3A27C1937920}" type="presParOf" srcId="{C4A4FE2A-2313-42DF-9859-3ED01A2A0DF8}" destId="{B888B888-72FF-4328-8088-F79E91A24D42}" srcOrd="1" destOrd="0" presId="urn:microsoft.com/office/officeart/2005/8/layout/hierarchy2"/>
    <dgm:cxn modelId="{6E1D9D07-8ECB-40AD-A946-0246EBA25CEE}" type="presParOf" srcId="{B888B888-72FF-4328-8088-F79E91A24D42}" destId="{4AC12BB3-44D2-493C-A4E8-D11937F8D1AB}" srcOrd="0" destOrd="0" presId="urn:microsoft.com/office/officeart/2005/8/layout/hierarchy2"/>
    <dgm:cxn modelId="{1263AB92-61D8-47AE-BAA9-33BE44A32D51}" type="presParOf" srcId="{4AC12BB3-44D2-493C-A4E8-D11937F8D1AB}" destId="{DD7E9893-B013-4608-BFF3-C5B49CE1A9A3}" srcOrd="0" destOrd="0" presId="urn:microsoft.com/office/officeart/2005/8/layout/hierarchy2"/>
    <dgm:cxn modelId="{63AA4F6B-F06B-4D15-90B4-FCE5EA34C031}" type="presParOf" srcId="{B888B888-72FF-4328-8088-F79E91A24D42}" destId="{8B6EE4C4-06E8-4E07-9F97-D49428901C5E}" srcOrd="1" destOrd="0" presId="urn:microsoft.com/office/officeart/2005/8/layout/hierarchy2"/>
    <dgm:cxn modelId="{FD22DB93-0E7A-4103-8590-A94048DFE29D}" type="presParOf" srcId="{8B6EE4C4-06E8-4E07-9F97-D49428901C5E}" destId="{2CEE5543-72A2-470B-8A19-BB5269682508}" srcOrd="0" destOrd="0" presId="urn:microsoft.com/office/officeart/2005/8/layout/hierarchy2"/>
    <dgm:cxn modelId="{715A0EE9-5A66-467D-9B60-F032CFCDA446}" type="presParOf" srcId="{8B6EE4C4-06E8-4E07-9F97-D49428901C5E}" destId="{F533C5DD-1308-4498-A0AF-60D39C7D4398}" srcOrd="1" destOrd="0" presId="urn:microsoft.com/office/officeart/2005/8/layout/hierarchy2"/>
    <dgm:cxn modelId="{1C5B5813-19C6-4838-ACCE-48B454D86EF7}" type="presParOf" srcId="{F533C5DD-1308-4498-A0AF-60D39C7D4398}" destId="{424BA1A7-84EC-4102-A581-434A2BCC0B8F}" srcOrd="0" destOrd="0" presId="urn:microsoft.com/office/officeart/2005/8/layout/hierarchy2"/>
    <dgm:cxn modelId="{0FE566AA-A887-41B2-AB21-8179AE9A888C}" type="presParOf" srcId="{424BA1A7-84EC-4102-A581-434A2BCC0B8F}" destId="{3359906C-64C3-475D-9C5F-B5A44FD58E0E}" srcOrd="0" destOrd="0" presId="urn:microsoft.com/office/officeart/2005/8/layout/hierarchy2"/>
    <dgm:cxn modelId="{41D74113-DFBF-4BBA-B59A-19DEE143486A}" type="presParOf" srcId="{F533C5DD-1308-4498-A0AF-60D39C7D4398}" destId="{3980FECC-637C-4314-A79A-792E1372353C}" srcOrd="1" destOrd="0" presId="urn:microsoft.com/office/officeart/2005/8/layout/hierarchy2"/>
    <dgm:cxn modelId="{D50382CE-F424-496F-92A9-A19F10AC59F7}" type="presParOf" srcId="{3980FECC-637C-4314-A79A-792E1372353C}" destId="{FB473BC8-2A5E-47C9-8FDB-EABC9F01F9B5}" srcOrd="0" destOrd="0" presId="urn:microsoft.com/office/officeart/2005/8/layout/hierarchy2"/>
    <dgm:cxn modelId="{5473AA60-2C17-4D1A-B6BA-1BA523374194}" type="presParOf" srcId="{3980FECC-637C-4314-A79A-792E1372353C}" destId="{7C6EF11E-2981-4C54-94EB-13A9D7D944A6}" srcOrd="1" destOrd="0" presId="urn:microsoft.com/office/officeart/2005/8/layout/hierarchy2"/>
    <dgm:cxn modelId="{15E997F7-DEAD-425D-A740-1D4E21BB86DB}" type="presParOf" srcId="{7C6EF11E-2981-4C54-94EB-13A9D7D944A6}" destId="{9C890EC5-2F14-487E-AB11-B3A1FCA18E0A}" srcOrd="0" destOrd="0" presId="urn:microsoft.com/office/officeart/2005/8/layout/hierarchy2"/>
    <dgm:cxn modelId="{DE4167FF-8C23-4256-8FC1-25B1EFD91A70}" type="presParOf" srcId="{9C890EC5-2F14-487E-AB11-B3A1FCA18E0A}" destId="{AAB8B032-0356-45D8-8BC7-FEA47B548B9F}" srcOrd="0" destOrd="0" presId="urn:microsoft.com/office/officeart/2005/8/layout/hierarchy2"/>
    <dgm:cxn modelId="{6D6429C0-B4B6-485A-AB96-25D4ACA29FC3}" type="presParOf" srcId="{7C6EF11E-2981-4C54-94EB-13A9D7D944A6}" destId="{92620199-E4F8-4690-99EA-27A96F3B0474}" srcOrd="1" destOrd="0" presId="urn:microsoft.com/office/officeart/2005/8/layout/hierarchy2"/>
    <dgm:cxn modelId="{4FE5559C-8056-4E16-B14B-1B05FA987CDE}" type="presParOf" srcId="{92620199-E4F8-4690-99EA-27A96F3B0474}" destId="{138DFEFB-78D7-46E6-AD0E-4B998576A3EF}" srcOrd="0" destOrd="0" presId="urn:microsoft.com/office/officeart/2005/8/layout/hierarchy2"/>
    <dgm:cxn modelId="{C7921C65-4C11-4A10-9872-8E55E258C19A}" type="presParOf" srcId="{92620199-E4F8-4690-99EA-27A96F3B0474}" destId="{C3461050-F602-4EC2-9AB0-467ADB9F01EF}" srcOrd="1" destOrd="0" presId="urn:microsoft.com/office/officeart/2005/8/layout/hierarchy2"/>
    <dgm:cxn modelId="{4DE8F599-0B74-4DA4-A3F5-8D93343923D1}" type="presParOf" srcId="{F533C5DD-1308-4498-A0AF-60D39C7D4398}" destId="{22F18571-C8D6-4ABB-9BCE-52FF771AD953}" srcOrd="2" destOrd="0" presId="urn:microsoft.com/office/officeart/2005/8/layout/hierarchy2"/>
    <dgm:cxn modelId="{F61B0743-F851-4913-8849-7A3FC57BCCD0}" type="presParOf" srcId="{22F18571-C8D6-4ABB-9BCE-52FF771AD953}" destId="{15ED95E7-5353-4487-BABD-01E6035DBC82}" srcOrd="0" destOrd="0" presId="urn:microsoft.com/office/officeart/2005/8/layout/hierarchy2"/>
    <dgm:cxn modelId="{51373D6B-13F6-488F-A25E-40294307ECAD}" type="presParOf" srcId="{F533C5DD-1308-4498-A0AF-60D39C7D4398}" destId="{4D8C919A-E801-406C-95F9-B916AA05817C}" srcOrd="3" destOrd="0" presId="urn:microsoft.com/office/officeart/2005/8/layout/hierarchy2"/>
    <dgm:cxn modelId="{49A32BBF-51D5-479E-B109-D2DB04195B8F}" type="presParOf" srcId="{4D8C919A-E801-406C-95F9-B916AA05817C}" destId="{E84291A7-105B-4185-84B5-E063D6CAEB0D}" srcOrd="0" destOrd="0" presId="urn:microsoft.com/office/officeart/2005/8/layout/hierarchy2"/>
    <dgm:cxn modelId="{98DE0415-E85E-43D3-98F7-EFE38AF129B3}" type="presParOf" srcId="{4D8C919A-E801-406C-95F9-B916AA05817C}" destId="{F91F6329-09B9-423C-898F-96160B934451}" srcOrd="1" destOrd="0" presId="urn:microsoft.com/office/officeart/2005/8/layout/hierarchy2"/>
    <dgm:cxn modelId="{739BE811-7F9B-44BA-A3E6-233997B9B1AC}" type="presParOf" srcId="{F91F6329-09B9-423C-898F-96160B934451}" destId="{1B0DD306-5B98-45C8-9C98-703D4A7B8EEA}" srcOrd="0" destOrd="0" presId="urn:microsoft.com/office/officeart/2005/8/layout/hierarchy2"/>
    <dgm:cxn modelId="{8E7DD7F7-87E6-4EFF-A477-4892DF88BF11}" type="presParOf" srcId="{1B0DD306-5B98-45C8-9C98-703D4A7B8EEA}" destId="{0E6FBF0F-EB87-4C3C-BEDE-8FA5BB1571C9}" srcOrd="0" destOrd="0" presId="urn:microsoft.com/office/officeart/2005/8/layout/hierarchy2"/>
    <dgm:cxn modelId="{17034AD3-EA7A-48DB-B225-24861205D4C9}" type="presParOf" srcId="{F91F6329-09B9-423C-898F-96160B934451}" destId="{D0D29F4D-577A-4FBE-901D-8DA302808B8C}" srcOrd="1" destOrd="0" presId="urn:microsoft.com/office/officeart/2005/8/layout/hierarchy2"/>
    <dgm:cxn modelId="{68AE3278-BA5C-4AA6-9D88-985AB51E9121}" type="presParOf" srcId="{D0D29F4D-577A-4FBE-901D-8DA302808B8C}" destId="{6F9A75CC-E50A-4830-9427-F1F52240012B}" srcOrd="0" destOrd="0" presId="urn:microsoft.com/office/officeart/2005/8/layout/hierarchy2"/>
    <dgm:cxn modelId="{9F33B5A1-9B8D-4651-A4BD-607EF16D461D}" type="presParOf" srcId="{D0D29F4D-577A-4FBE-901D-8DA302808B8C}" destId="{7C20138F-A17C-42B7-9115-06D90DE13D82}" srcOrd="1" destOrd="0" presId="urn:microsoft.com/office/officeart/2005/8/layout/hierarchy2"/>
    <dgm:cxn modelId="{401F7CF0-17F8-4E6E-B16A-3D8E05260BFA}" type="presParOf" srcId="{7C20138F-A17C-42B7-9115-06D90DE13D82}" destId="{6AC56E68-EEA1-4487-A9C9-D61A059E80A1}" srcOrd="0" destOrd="0" presId="urn:microsoft.com/office/officeart/2005/8/layout/hierarchy2"/>
    <dgm:cxn modelId="{A6E29068-E655-4C41-8949-EAF0474BF26B}" type="presParOf" srcId="{6AC56E68-EEA1-4487-A9C9-D61A059E80A1}" destId="{7AF1BA48-57B6-4625-B709-F880F0AC85B4}" srcOrd="0" destOrd="0" presId="urn:microsoft.com/office/officeart/2005/8/layout/hierarchy2"/>
    <dgm:cxn modelId="{5ADEE4E3-F7AB-4E39-B2E2-70E6AAFDFDB4}" type="presParOf" srcId="{7C20138F-A17C-42B7-9115-06D90DE13D82}" destId="{EB3DD248-8039-4B0E-901D-7B79C6D5A7FF}" srcOrd="1" destOrd="0" presId="urn:microsoft.com/office/officeart/2005/8/layout/hierarchy2"/>
    <dgm:cxn modelId="{A94C49DD-BC87-44D5-AC10-4C5587DE5C6E}" type="presParOf" srcId="{EB3DD248-8039-4B0E-901D-7B79C6D5A7FF}" destId="{E3D99440-3912-45BB-B35B-CD5C0CFC1DE5}" srcOrd="0" destOrd="0" presId="urn:microsoft.com/office/officeart/2005/8/layout/hierarchy2"/>
    <dgm:cxn modelId="{98441FD7-10B1-4912-9CBB-84B7253ADEC5}" type="presParOf" srcId="{EB3DD248-8039-4B0E-901D-7B79C6D5A7FF}" destId="{839E989E-06B5-4B0E-AA55-EB17BB4CCF7A}" srcOrd="1" destOrd="0" presId="urn:microsoft.com/office/officeart/2005/8/layout/hierarchy2"/>
    <dgm:cxn modelId="{2F416C78-66F6-4065-B057-F271C9DDC40A}" type="presParOf" srcId="{F91F6329-09B9-423C-898F-96160B934451}" destId="{3CFD5F19-1019-4379-9C10-EDD988912B2A}" srcOrd="2" destOrd="0" presId="urn:microsoft.com/office/officeart/2005/8/layout/hierarchy2"/>
    <dgm:cxn modelId="{C29807B7-5EEC-40DA-B3AD-E899A18E1F0B}" type="presParOf" srcId="{3CFD5F19-1019-4379-9C10-EDD988912B2A}" destId="{446B3279-8B4F-4B93-8212-1F2107A27B1B}" srcOrd="0" destOrd="0" presId="urn:microsoft.com/office/officeart/2005/8/layout/hierarchy2"/>
    <dgm:cxn modelId="{22F14A73-7CBB-4213-A03A-C7FAD2390052}" type="presParOf" srcId="{F91F6329-09B9-423C-898F-96160B934451}" destId="{1AA0067A-01A7-4855-A8A9-73C7FA62CDCE}" srcOrd="3" destOrd="0" presId="urn:microsoft.com/office/officeart/2005/8/layout/hierarchy2"/>
    <dgm:cxn modelId="{6AA0D30F-47CE-46B1-8064-B0C422CD6AF7}" type="presParOf" srcId="{1AA0067A-01A7-4855-A8A9-73C7FA62CDCE}" destId="{06B4E1B1-FD1F-4BE0-95EA-F64461CCBC33}" srcOrd="0" destOrd="0" presId="urn:microsoft.com/office/officeart/2005/8/layout/hierarchy2"/>
    <dgm:cxn modelId="{4743DA24-B9C4-4B28-8D0B-9503AC35C275}" type="presParOf" srcId="{1AA0067A-01A7-4855-A8A9-73C7FA62CDCE}" destId="{BE5EF54E-6C83-4E56-9E93-8E12D2DFD69C}" srcOrd="1" destOrd="0" presId="urn:microsoft.com/office/officeart/2005/8/layout/hierarchy2"/>
    <dgm:cxn modelId="{94720B04-F41D-44EF-A997-F1397C79186C}" type="presParOf" srcId="{BE5EF54E-6C83-4E56-9E93-8E12D2DFD69C}" destId="{005864AB-8A21-4710-9A27-CD2D50C031A1}" srcOrd="0" destOrd="0" presId="urn:microsoft.com/office/officeart/2005/8/layout/hierarchy2"/>
    <dgm:cxn modelId="{7979F6B3-A2F9-4BC7-A959-2CB3C453C833}" type="presParOf" srcId="{005864AB-8A21-4710-9A27-CD2D50C031A1}" destId="{C2DED081-318A-4B7B-92AE-C80D2220CD99}" srcOrd="0" destOrd="0" presId="urn:microsoft.com/office/officeart/2005/8/layout/hierarchy2"/>
    <dgm:cxn modelId="{4F5C5B93-7E82-4DD5-B2A0-ABE1DC2D0EC9}" type="presParOf" srcId="{BE5EF54E-6C83-4E56-9E93-8E12D2DFD69C}" destId="{18DEEB35-7D2E-4803-9870-7A48F9A5E1DB}" srcOrd="1" destOrd="0" presId="urn:microsoft.com/office/officeart/2005/8/layout/hierarchy2"/>
    <dgm:cxn modelId="{021B1EA9-D004-4974-B8AD-D2C8B8453C49}" type="presParOf" srcId="{18DEEB35-7D2E-4803-9870-7A48F9A5E1DB}" destId="{F99D9F52-B636-432C-8208-9B530EEB1191}" srcOrd="0" destOrd="0" presId="urn:microsoft.com/office/officeart/2005/8/layout/hierarchy2"/>
    <dgm:cxn modelId="{01D422B4-9135-4EDA-9AC7-7CCDB1B081FF}" type="presParOf" srcId="{18DEEB35-7D2E-4803-9870-7A48F9A5E1DB}" destId="{9F51BF39-E498-4846-840D-6FC49BB10C41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57A735-3CDB-4110-A363-D47701122F3D}">
      <dsp:nvSpPr>
        <dsp:cNvPr id="0" name=""/>
        <dsp:cNvSpPr/>
      </dsp:nvSpPr>
      <dsp:spPr>
        <a:xfrm>
          <a:off x="6974" y="1966837"/>
          <a:ext cx="1087127" cy="543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Transaction Request</a:t>
          </a:r>
        </a:p>
      </dsp:txBody>
      <dsp:txXfrm>
        <a:off x="22894" y="1982757"/>
        <a:ext cx="1055287" cy="511723"/>
      </dsp:txXfrm>
    </dsp:sp>
    <dsp:sp modelId="{61DC57C7-075B-4288-9321-710C6F390EA4}">
      <dsp:nvSpPr>
        <dsp:cNvPr id="0" name=""/>
        <dsp:cNvSpPr/>
      </dsp:nvSpPr>
      <dsp:spPr>
        <a:xfrm>
          <a:off x="1094101" y="2230193"/>
          <a:ext cx="434851" cy="16853"/>
        </a:xfrm>
        <a:custGeom>
          <a:avLst/>
          <a:gdLst/>
          <a:ahLst/>
          <a:cxnLst/>
          <a:rect l="0" t="0" r="0" b="0"/>
          <a:pathLst>
            <a:path>
              <a:moveTo>
                <a:pt x="0" y="8426"/>
              </a:moveTo>
              <a:lnTo>
                <a:pt x="434851" y="8426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1300656" y="2227748"/>
        <a:ext cx="21742" cy="21742"/>
      </dsp:txXfrm>
    </dsp:sp>
    <dsp:sp modelId="{CD8BB1DF-8363-4BEF-B0C3-29FFB997B3E0}">
      <dsp:nvSpPr>
        <dsp:cNvPr id="0" name=""/>
        <dsp:cNvSpPr/>
      </dsp:nvSpPr>
      <dsp:spPr>
        <a:xfrm>
          <a:off x="1528953" y="1966837"/>
          <a:ext cx="1087127" cy="543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Transaction Monitoring Form required</a:t>
          </a:r>
        </a:p>
      </dsp:txBody>
      <dsp:txXfrm>
        <a:off x="1544873" y="1982757"/>
        <a:ext cx="1055287" cy="511723"/>
      </dsp:txXfrm>
    </dsp:sp>
    <dsp:sp modelId="{1D86CAEC-FD9A-4098-BFE2-39B0CCFF1592}">
      <dsp:nvSpPr>
        <dsp:cNvPr id="0" name=""/>
        <dsp:cNvSpPr/>
      </dsp:nvSpPr>
      <dsp:spPr>
        <a:xfrm rot="18394589">
          <a:off x="2468634" y="1937178"/>
          <a:ext cx="729744" cy="16853"/>
        </a:xfrm>
        <a:custGeom>
          <a:avLst/>
          <a:gdLst/>
          <a:ahLst/>
          <a:cxnLst/>
          <a:rect l="0" t="0" r="0" b="0"/>
          <a:pathLst>
            <a:path>
              <a:moveTo>
                <a:pt x="0" y="8426"/>
              </a:moveTo>
              <a:lnTo>
                <a:pt x="729744" y="8426"/>
              </a:lnTo>
            </a:path>
          </a:pathLst>
        </a:custGeom>
        <a:noFill/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2815262" y="1927361"/>
        <a:ext cx="36487" cy="36487"/>
      </dsp:txXfrm>
    </dsp:sp>
    <dsp:sp modelId="{3984C0DF-84C5-4453-9390-689AF4A447D8}">
      <dsp:nvSpPr>
        <dsp:cNvPr id="0" name=""/>
        <dsp:cNvSpPr/>
      </dsp:nvSpPr>
      <dsp:spPr>
        <a:xfrm>
          <a:off x="3050931" y="1380808"/>
          <a:ext cx="1087127" cy="543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PEP</a:t>
          </a:r>
        </a:p>
      </dsp:txBody>
      <dsp:txXfrm>
        <a:off x="3066851" y="1396728"/>
        <a:ext cx="1055287" cy="511723"/>
      </dsp:txXfrm>
    </dsp:sp>
    <dsp:sp modelId="{436D44BE-A205-410E-BA8F-41D8E2755CD5}">
      <dsp:nvSpPr>
        <dsp:cNvPr id="0" name=""/>
        <dsp:cNvSpPr/>
      </dsp:nvSpPr>
      <dsp:spPr>
        <a:xfrm>
          <a:off x="4138059" y="1644163"/>
          <a:ext cx="434851" cy="16853"/>
        </a:xfrm>
        <a:custGeom>
          <a:avLst/>
          <a:gdLst/>
          <a:ahLst/>
          <a:cxnLst/>
          <a:rect l="0" t="0" r="0" b="0"/>
          <a:pathLst>
            <a:path>
              <a:moveTo>
                <a:pt x="0" y="8426"/>
              </a:moveTo>
              <a:lnTo>
                <a:pt x="434851" y="8426"/>
              </a:lnTo>
            </a:path>
          </a:pathLst>
        </a:custGeom>
        <a:noFill/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4344613" y="1641718"/>
        <a:ext cx="21742" cy="21742"/>
      </dsp:txXfrm>
    </dsp:sp>
    <dsp:sp modelId="{B91E8EF6-26D1-4A3E-9645-1E08BE2C0F50}">
      <dsp:nvSpPr>
        <dsp:cNvPr id="0" name=""/>
        <dsp:cNvSpPr/>
      </dsp:nvSpPr>
      <dsp:spPr>
        <a:xfrm>
          <a:off x="4572910" y="1380808"/>
          <a:ext cx="1087127" cy="543563"/>
        </a:xfrm>
        <a:prstGeom prst="roundRect">
          <a:avLst>
            <a:gd name="adj" fmla="val 10000"/>
          </a:avLst>
        </a:prstGeom>
        <a:solidFill>
          <a:srgbClr val="FFC000"/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Senior Approval/FIU filling</a:t>
          </a:r>
        </a:p>
      </dsp:txBody>
      <dsp:txXfrm>
        <a:off x="4588830" y="1396728"/>
        <a:ext cx="1055287" cy="511723"/>
      </dsp:txXfrm>
    </dsp:sp>
    <dsp:sp modelId="{A8364293-FB28-4AF4-96EF-1801CCF51469}">
      <dsp:nvSpPr>
        <dsp:cNvPr id="0" name=""/>
        <dsp:cNvSpPr/>
      </dsp:nvSpPr>
      <dsp:spPr>
        <a:xfrm rot="3205411">
          <a:off x="2468634" y="2523208"/>
          <a:ext cx="729744" cy="16853"/>
        </a:xfrm>
        <a:custGeom>
          <a:avLst/>
          <a:gdLst/>
          <a:ahLst/>
          <a:cxnLst/>
          <a:rect l="0" t="0" r="0" b="0"/>
          <a:pathLst>
            <a:path>
              <a:moveTo>
                <a:pt x="0" y="8426"/>
              </a:moveTo>
              <a:lnTo>
                <a:pt x="729744" y="8426"/>
              </a:lnTo>
            </a:path>
          </a:pathLst>
        </a:custGeom>
        <a:noFill/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2815262" y="2513391"/>
        <a:ext cx="36487" cy="36487"/>
      </dsp:txXfrm>
    </dsp:sp>
    <dsp:sp modelId="{540F19EE-2100-4543-92C8-A44A2AB84E8B}">
      <dsp:nvSpPr>
        <dsp:cNvPr id="0" name=""/>
        <dsp:cNvSpPr/>
      </dsp:nvSpPr>
      <dsp:spPr>
        <a:xfrm>
          <a:off x="3050931" y="2552867"/>
          <a:ext cx="1087127" cy="543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No PEP</a:t>
          </a:r>
        </a:p>
      </dsp:txBody>
      <dsp:txXfrm>
        <a:off x="3066851" y="2568787"/>
        <a:ext cx="1055287" cy="511723"/>
      </dsp:txXfrm>
    </dsp:sp>
    <dsp:sp modelId="{F6564ED8-8E62-43D8-8F90-3F97700F77D6}">
      <dsp:nvSpPr>
        <dsp:cNvPr id="0" name=""/>
        <dsp:cNvSpPr/>
      </dsp:nvSpPr>
      <dsp:spPr>
        <a:xfrm rot="18509147">
          <a:off x="4006106" y="2542742"/>
          <a:ext cx="698757" cy="16853"/>
        </a:xfrm>
        <a:custGeom>
          <a:avLst/>
          <a:gdLst/>
          <a:ahLst/>
          <a:cxnLst/>
          <a:rect l="0" t="0" r="0" b="0"/>
          <a:pathLst>
            <a:path>
              <a:moveTo>
                <a:pt x="0" y="8426"/>
              </a:moveTo>
              <a:lnTo>
                <a:pt x="698757" y="8426"/>
              </a:lnTo>
            </a:path>
          </a:pathLst>
        </a:custGeom>
        <a:noFill/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4338016" y="2533700"/>
        <a:ext cx="34937" cy="34937"/>
      </dsp:txXfrm>
    </dsp:sp>
    <dsp:sp modelId="{6D47C7F6-7573-4AC0-B56B-E204EA65A583}">
      <dsp:nvSpPr>
        <dsp:cNvPr id="0" name=""/>
        <dsp:cNvSpPr/>
      </dsp:nvSpPr>
      <dsp:spPr>
        <a:xfrm>
          <a:off x="4572910" y="2005906"/>
          <a:ext cx="1087127" cy="543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High-Risk country involved</a:t>
          </a:r>
        </a:p>
      </dsp:txBody>
      <dsp:txXfrm>
        <a:off x="4588830" y="2021826"/>
        <a:ext cx="1055287" cy="511723"/>
      </dsp:txXfrm>
    </dsp:sp>
    <dsp:sp modelId="{00EBF872-568E-4FBC-A554-38A75FDFCE01}">
      <dsp:nvSpPr>
        <dsp:cNvPr id="0" name=""/>
        <dsp:cNvSpPr/>
      </dsp:nvSpPr>
      <dsp:spPr>
        <a:xfrm>
          <a:off x="5660038" y="2269262"/>
          <a:ext cx="434851" cy="16853"/>
        </a:xfrm>
        <a:custGeom>
          <a:avLst/>
          <a:gdLst/>
          <a:ahLst/>
          <a:cxnLst/>
          <a:rect l="0" t="0" r="0" b="0"/>
          <a:pathLst>
            <a:path>
              <a:moveTo>
                <a:pt x="0" y="8426"/>
              </a:moveTo>
              <a:lnTo>
                <a:pt x="434851" y="8426"/>
              </a:lnTo>
            </a:path>
          </a:pathLst>
        </a:custGeom>
        <a:noFill/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5866592" y="2266817"/>
        <a:ext cx="21742" cy="21742"/>
      </dsp:txXfrm>
    </dsp:sp>
    <dsp:sp modelId="{9A628643-34BB-46DF-A21C-94E6F42FE0D9}">
      <dsp:nvSpPr>
        <dsp:cNvPr id="0" name=""/>
        <dsp:cNvSpPr/>
      </dsp:nvSpPr>
      <dsp:spPr>
        <a:xfrm>
          <a:off x="6094889" y="2005906"/>
          <a:ext cx="1087127" cy="543563"/>
        </a:xfrm>
        <a:prstGeom prst="roundRect">
          <a:avLst>
            <a:gd name="adj" fmla="val 10000"/>
          </a:avLst>
        </a:prstGeom>
        <a:solidFill>
          <a:srgbClr val="FFC000"/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Senior Approval/FIU filling</a:t>
          </a:r>
        </a:p>
      </dsp:txBody>
      <dsp:txXfrm>
        <a:off x="6110809" y="2021826"/>
        <a:ext cx="1055287" cy="511723"/>
      </dsp:txXfrm>
    </dsp:sp>
    <dsp:sp modelId="{52DA4ACC-E647-4365-B4B2-AFC62DB0E6F6}">
      <dsp:nvSpPr>
        <dsp:cNvPr id="0" name=""/>
        <dsp:cNvSpPr/>
      </dsp:nvSpPr>
      <dsp:spPr>
        <a:xfrm rot="3090853">
          <a:off x="4006106" y="3089703"/>
          <a:ext cx="698757" cy="16853"/>
        </a:xfrm>
        <a:custGeom>
          <a:avLst/>
          <a:gdLst/>
          <a:ahLst/>
          <a:cxnLst/>
          <a:rect l="0" t="0" r="0" b="0"/>
          <a:pathLst>
            <a:path>
              <a:moveTo>
                <a:pt x="0" y="8426"/>
              </a:moveTo>
              <a:lnTo>
                <a:pt x="698757" y="8426"/>
              </a:lnTo>
            </a:path>
          </a:pathLst>
        </a:custGeom>
        <a:noFill/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4338016" y="3080661"/>
        <a:ext cx="34937" cy="34937"/>
      </dsp:txXfrm>
    </dsp:sp>
    <dsp:sp modelId="{7D9697DA-9044-4387-86CB-6929D40C1081}">
      <dsp:nvSpPr>
        <dsp:cNvPr id="0" name=""/>
        <dsp:cNvSpPr/>
      </dsp:nvSpPr>
      <dsp:spPr>
        <a:xfrm>
          <a:off x="4572910" y="3099828"/>
          <a:ext cx="1087127" cy="543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No High-Risk country involved</a:t>
          </a:r>
        </a:p>
      </dsp:txBody>
      <dsp:txXfrm>
        <a:off x="4588830" y="3115748"/>
        <a:ext cx="1055287" cy="511723"/>
      </dsp:txXfrm>
    </dsp:sp>
    <dsp:sp modelId="{4AC12BB3-44D2-493C-A4E8-D11937F8D1AB}">
      <dsp:nvSpPr>
        <dsp:cNvPr id="0" name=""/>
        <dsp:cNvSpPr/>
      </dsp:nvSpPr>
      <dsp:spPr>
        <a:xfrm>
          <a:off x="5660038" y="3363184"/>
          <a:ext cx="434851" cy="16853"/>
        </a:xfrm>
        <a:custGeom>
          <a:avLst/>
          <a:gdLst/>
          <a:ahLst/>
          <a:cxnLst/>
          <a:rect l="0" t="0" r="0" b="0"/>
          <a:pathLst>
            <a:path>
              <a:moveTo>
                <a:pt x="0" y="8426"/>
              </a:moveTo>
              <a:lnTo>
                <a:pt x="434851" y="8426"/>
              </a:lnTo>
            </a:path>
          </a:pathLst>
        </a:custGeom>
        <a:noFill/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5866592" y="3360739"/>
        <a:ext cx="21742" cy="21742"/>
      </dsp:txXfrm>
    </dsp:sp>
    <dsp:sp modelId="{2CEE5543-72A2-470B-8A19-BB5269682508}">
      <dsp:nvSpPr>
        <dsp:cNvPr id="0" name=""/>
        <dsp:cNvSpPr/>
      </dsp:nvSpPr>
      <dsp:spPr>
        <a:xfrm>
          <a:off x="6094889" y="3099828"/>
          <a:ext cx="1087127" cy="543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/>
            <a:t>Media Screening</a:t>
          </a:r>
          <a:endParaRPr lang="en-US" sz="1100" kern="1200" noProof="0" dirty="0"/>
        </a:p>
      </dsp:txBody>
      <dsp:txXfrm>
        <a:off x="6110809" y="3115748"/>
        <a:ext cx="1055287" cy="511723"/>
      </dsp:txXfrm>
    </dsp:sp>
    <dsp:sp modelId="{424BA1A7-84EC-4102-A581-434A2BCC0B8F}">
      <dsp:nvSpPr>
        <dsp:cNvPr id="0" name=""/>
        <dsp:cNvSpPr/>
      </dsp:nvSpPr>
      <dsp:spPr>
        <a:xfrm rot="18770822">
          <a:off x="7079719" y="3128772"/>
          <a:ext cx="639446" cy="16853"/>
        </a:xfrm>
        <a:custGeom>
          <a:avLst/>
          <a:gdLst/>
          <a:ahLst/>
          <a:cxnLst/>
          <a:rect l="0" t="0" r="0" b="0"/>
          <a:pathLst>
            <a:path>
              <a:moveTo>
                <a:pt x="0" y="8426"/>
              </a:moveTo>
              <a:lnTo>
                <a:pt x="639446" y="8426"/>
              </a:lnTo>
            </a:path>
          </a:pathLst>
        </a:custGeom>
        <a:noFill/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7383456" y="3121212"/>
        <a:ext cx="31972" cy="31972"/>
      </dsp:txXfrm>
    </dsp:sp>
    <dsp:sp modelId="{FB473BC8-2A5E-47C9-8FDB-EABC9F01F9B5}">
      <dsp:nvSpPr>
        <dsp:cNvPr id="0" name=""/>
        <dsp:cNvSpPr/>
      </dsp:nvSpPr>
      <dsp:spPr>
        <a:xfrm>
          <a:off x="7616868" y="2631005"/>
          <a:ext cx="1087127" cy="543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/>
            <a:t>Negative news found</a:t>
          </a:r>
          <a:endParaRPr lang="en-US" sz="1100" kern="1200" noProof="0" dirty="0"/>
        </a:p>
      </dsp:txBody>
      <dsp:txXfrm>
        <a:off x="7632788" y="2646925"/>
        <a:ext cx="1055287" cy="511723"/>
      </dsp:txXfrm>
    </dsp:sp>
    <dsp:sp modelId="{9C890EC5-2F14-487E-AB11-B3A1FCA18E0A}">
      <dsp:nvSpPr>
        <dsp:cNvPr id="0" name=""/>
        <dsp:cNvSpPr/>
      </dsp:nvSpPr>
      <dsp:spPr>
        <a:xfrm>
          <a:off x="8703996" y="2894360"/>
          <a:ext cx="434851" cy="16853"/>
        </a:xfrm>
        <a:custGeom>
          <a:avLst/>
          <a:gdLst/>
          <a:ahLst/>
          <a:cxnLst/>
          <a:rect l="0" t="0" r="0" b="0"/>
          <a:pathLst>
            <a:path>
              <a:moveTo>
                <a:pt x="0" y="8426"/>
              </a:moveTo>
              <a:lnTo>
                <a:pt x="434851" y="8426"/>
              </a:lnTo>
            </a:path>
          </a:pathLst>
        </a:custGeom>
        <a:noFill/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8910550" y="2891915"/>
        <a:ext cx="21742" cy="21742"/>
      </dsp:txXfrm>
    </dsp:sp>
    <dsp:sp modelId="{138DFEFB-78D7-46E6-AD0E-4B998576A3EF}">
      <dsp:nvSpPr>
        <dsp:cNvPr id="0" name=""/>
        <dsp:cNvSpPr/>
      </dsp:nvSpPr>
      <dsp:spPr>
        <a:xfrm>
          <a:off x="9138847" y="2631005"/>
          <a:ext cx="1087127" cy="543563"/>
        </a:xfrm>
        <a:prstGeom prst="roundRect">
          <a:avLst>
            <a:gd name="adj" fmla="val 10000"/>
          </a:avLst>
        </a:prstGeom>
        <a:solidFill>
          <a:srgbClr val="FFC000"/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/>
            <a:t>Senior Approval/FIU filling</a:t>
          </a:r>
          <a:endParaRPr lang="en-US" sz="1100" kern="1200" noProof="0" dirty="0"/>
        </a:p>
      </dsp:txBody>
      <dsp:txXfrm>
        <a:off x="9154767" y="2646925"/>
        <a:ext cx="1055287" cy="511723"/>
      </dsp:txXfrm>
    </dsp:sp>
    <dsp:sp modelId="{22F18571-C8D6-4ABB-9BCE-52FF771AD953}">
      <dsp:nvSpPr>
        <dsp:cNvPr id="0" name=""/>
        <dsp:cNvSpPr/>
      </dsp:nvSpPr>
      <dsp:spPr>
        <a:xfrm rot="2829178">
          <a:off x="7079719" y="3597596"/>
          <a:ext cx="639446" cy="16853"/>
        </a:xfrm>
        <a:custGeom>
          <a:avLst/>
          <a:gdLst/>
          <a:ahLst/>
          <a:cxnLst/>
          <a:rect l="0" t="0" r="0" b="0"/>
          <a:pathLst>
            <a:path>
              <a:moveTo>
                <a:pt x="0" y="8426"/>
              </a:moveTo>
              <a:lnTo>
                <a:pt x="639446" y="8426"/>
              </a:lnTo>
            </a:path>
          </a:pathLst>
        </a:custGeom>
        <a:noFill/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7383456" y="3590036"/>
        <a:ext cx="31972" cy="31972"/>
      </dsp:txXfrm>
    </dsp:sp>
    <dsp:sp modelId="{E84291A7-105B-4185-84B5-E063D6CAEB0D}">
      <dsp:nvSpPr>
        <dsp:cNvPr id="0" name=""/>
        <dsp:cNvSpPr/>
      </dsp:nvSpPr>
      <dsp:spPr>
        <a:xfrm>
          <a:off x="7616868" y="3568652"/>
          <a:ext cx="1087127" cy="543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/>
            <a:t>No negative news found</a:t>
          </a:r>
          <a:endParaRPr lang="en-US" sz="1100" kern="1200" noProof="0" dirty="0"/>
        </a:p>
      </dsp:txBody>
      <dsp:txXfrm>
        <a:off x="7632788" y="3584572"/>
        <a:ext cx="1055287" cy="511723"/>
      </dsp:txXfrm>
    </dsp:sp>
    <dsp:sp modelId="{1B0DD306-5B98-45C8-9C98-703D4A7B8EEA}">
      <dsp:nvSpPr>
        <dsp:cNvPr id="0" name=""/>
        <dsp:cNvSpPr/>
      </dsp:nvSpPr>
      <dsp:spPr>
        <a:xfrm rot="19457599">
          <a:off x="8653661" y="3675733"/>
          <a:ext cx="535520" cy="16853"/>
        </a:xfrm>
        <a:custGeom>
          <a:avLst/>
          <a:gdLst/>
          <a:ahLst/>
          <a:cxnLst/>
          <a:rect l="0" t="0" r="0" b="0"/>
          <a:pathLst>
            <a:path>
              <a:moveTo>
                <a:pt x="0" y="8426"/>
              </a:moveTo>
              <a:lnTo>
                <a:pt x="535520" y="8426"/>
              </a:lnTo>
            </a:path>
          </a:pathLst>
        </a:custGeom>
        <a:noFill/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8908033" y="3670772"/>
        <a:ext cx="26776" cy="26776"/>
      </dsp:txXfrm>
    </dsp:sp>
    <dsp:sp modelId="{6F9A75CC-E50A-4830-9427-F1F52240012B}">
      <dsp:nvSpPr>
        <dsp:cNvPr id="0" name=""/>
        <dsp:cNvSpPr/>
      </dsp:nvSpPr>
      <dsp:spPr>
        <a:xfrm>
          <a:off x="9138847" y="3256103"/>
          <a:ext cx="1087127" cy="543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Suspicions pattern</a:t>
          </a:r>
        </a:p>
      </dsp:txBody>
      <dsp:txXfrm>
        <a:off x="9154767" y="3272023"/>
        <a:ext cx="1055287" cy="511723"/>
      </dsp:txXfrm>
    </dsp:sp>
    <dsp:sp modelId="{6AC56E68-EEA1-4487-A9C9-D61A059E80A1}">
      <dsp:nvSpPr>
        <dsp:cNvPr id="0" name=""/>
        <dsp:cNvSpPr/>
      </dsp:nvSpPr>
      <dsp:spPr>
        <a:xfrm>
          <a:off x="10225974" y="3519458"/>
          <a:ext cx="434851" cy="16853"/>
        </a:xfrm>
        <a:custGeom>
          <a:avLst/>
          <a:gdLst/>
          <a:ahLst/>
          <a:cxnLst/>
          <a:rect l="0" t="0" r="0" b="0"/>
          <a:pathLst>
            <a:path>
              <a:moveTo>
                <a:pt x="0" y="8426"/>
              </a:moveTo>
              <a:lnTo>
                <a:pt x="434851" y="8426"/>
              </a:lnTo>
            </a:path>
          </a:pathLst>
        </a:custGeom>
        <a:noFill/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10432529" y="3517014"/>
        <a:ext cx="21742" cy="21742"/>
      </dsp:txXfrm>
    </dsp:sp>
    <dsp:sp modelId="{E3D99440-3912-45BB-B35B-CD5C0CFC1DE5}">
      <dsp:nvSpPr>
        <dsp:cNvPr id="0" name=""/>
        <dsp:cNvSpPr/>
      </dsp:nvSpPr>
      <dsp:spPr>
        <a:xfrm>
          <a:off x="10660826" y="3256103"/>
          <a:ext cx="1087127" cy="543563"/>
        </a:xfrm>
        <a:prstGeom prst="roundRect">
          <a:avLst>
            <a:gd name="adj" fmla="val 10000"/>
          </a:avLst>
        </a:prstGeom>
        <a:solidFill>
          <a:srgbClr val="FFC000"/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Senior Approval/FIU filling</a:t>
          </a:r>
        </a:p>
      </dsp:txBody>
      <dsp:txXfrm>
        <a:off x="10676746" y="3272023"/>
        <a:ext cx="1055287" cy="511723"/>
      </dsp:txXfrm>
    </dsp:sp>
    <dsp:sp modelId="{3CFD5F19-1019-4379-9C10-EDD988912B2A}">
      <dsp:nvSpPr>
        <dsp:cNvPr id="0" name=""/>
        <dsp:cNvSpPr/>
      </dsp:nvSpPr>
      <dsp:spPr>
        <a:xfrm rot="2142401">
          <a:off x="8653661" y="3988282"/>
          <a:ext cx="535520" cy="16853"/>
        </a:xfrm>
        <a:custGeom>
          <a:avLst/>
          <a:gdLst/>
          <a:ahLst/>
          <a:cxnLst/>
          <a:rect l="0" t="0" r="0" b="0"/>
          <a:pathLst>
            <a:path>
              <a:moveTo>
                <a:pt x="0" y="8426"/>
              </a:moveTo>
              <a:lnTo>
                <a:pt x="535520" y="8426"/>
              </a:lnTo>
            </a:path>
          </a:pathLst>
        </a:custGeom>
        <a:noFill/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8908033" y="3983321"/>
        <a:ext cx="26776" cy="26776"/>
      </dsp:txXfrm>
    </dsp:sp>
    <dsp:sp modelId="{06B4E1B1-FD1F-4BE0-95EA-F64461CCBC33}">
      <dsp:nvSpPr>
        <dsp:cNvPr id="0" name=""/>
        <dsp:cNvSpPr/>
      </dsp:nvSpPr>
      <dsp:spPr>
        <a:xfrm>
          <a:off x="9138847" y="3881201"/>
          <a:ext cx="1087127" cy="543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No suspicious pattern</a:t>
          </a:r>
        </a:p>
      </dsp:txBody>
      <dsp:txXfrm>
        <a:off x="9154767" y="3897121"/>
        <a:ext cx="1055287" cy="511723"/>
      </dsp:txXfrm>
    </dsp:sp>
    <dsp:sp modelId="{005864AB-8A21-4710-9A27-CD2D50C031A1}">
      <dsp:nvSpPr>
        <dsp:cNvPr id="0" name=""/>
        <dsp:cNvSpPr/>
      </dsp:nvSpPr>
      <dsp:spPr>
        <a:xfrm>
          <a:off x="10225974" y="4144557"/>
          <a:ext cx="434851" cy="16853"/>
        </a:xfrm>
        <a:custGeom>
          <a:avLst/>
          <a:gdLst/>
          <a:ahLst/>
          <a:cxnLst/>
          <a:rect l="0" t="0" r="0" b="0"/>
          <a:pathLst>
            <a:path>
              <a:moveTo>
                <a:pt x="0" y="8426"/>
              </a:moveTo>
              <a:lnTo>
                <a:pt x="434851" y="8426"/>
              </a:lnTo>
            </a:path>
          </a:pathLst>
        </a:custGeom>
        <a:noFill/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>
        <a:off x="10432529" y="4142112"/>
        <a:ext cx="21742" cy="21742"/>
      </dsp:txXfrm>
    </dsp:sp>
    <dsp:sp modelId="{F99D9F52-B636-432C-8208-9B530EEB1191}">
      <dsp:nvSpPr>
        <dsp:cNvPr id="0" name=""/>
        <dsp:cNvSpPr/>
      </dsp:nvSpPr>
      <dsp:spPr>
        <a:xfrm>
          <a:off x="10660826" y="3881201"/>
          <a:ext cx="1087127" cy="543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No Senior Approval</a:t>
          </a:r>
        </a:p>
      </dsp:txBody>
      <dsp:txXfrm>
        <a:off x="10676746" y="3897121"/>
        <a:ext cx="1055287" cy="5117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FDB37-4E6B-00F9-08E0-554FACF018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F6EED8-6A15-C7B4-0DC2-62ABD4647E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66D54-EC21-E229-08C5-2B6E25845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ABF08-31CD-4791-926A-45ABC37AD7CA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AFF812-D5CD-61C7-8AA0-94E1EF18C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2403DC-5915-55BF-A4A5-1299AF469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F7EA0-1531-4B12-9FD2-2F3CE7F255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8243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A035-9A80-ACF7-D95E-05DF8526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427BB-64F5-DC76-E5DA-33FA17076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F64F6-2898-C72E-1C24-115EE3F15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ABF08-31CD-4791-926A-45ABC37AD7CA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AACE7-37BA-0861-760D-D880BEC47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40A89-610F-974D-F40A-FAC52EAC2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F7EA0-1531-4B12-9FD2-2F3CE7F255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955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2F7A8-AAC9-586E-C355-0E5B14F55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B5D8DD-3077-691C-03CC-BD9212F7C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81761-A462-36A9-AFE5-CFB26BE78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ABF08-31CD-4791-926A-45ABC37AD7CA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50BE0-2F91-5ECF-18F7-98CA1332C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E1EAB-749B-1D08-D2E3-8141F29C2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F7EA0-1531-4B12-9FD2-2F3CE7F255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560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BF5CB-C23B-AA18-4AAE-6BB55397F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3A0DA-7E7D-DCDF-6D66-8D99387581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78A944-B84D-0924-3158-D8078D8C8A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FD0AAE-50E7-71FF-96F4-7EF0033FF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ABF08-31CD-4791-926A-45ABC37AD7CA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BE038B-59F0-FD6E-EF8B-95C9C272A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735CE4-96D2-69BA-C6D2-B8F52801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F7EA0-1531-4B12-9FD2-2F3CE7F255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0607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A69EE-2AA6-48D6-BE83-54C7B3512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A758E5-8139-5DEC-C81B-14FC57BE5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CC2A20-64FE-3254-A7B3-ACA50D8CF1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B52705-B70E-579F-86EE-B1BFE5B4D7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FD843A-7276-3D3D-00BB-F22E034E5E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EF9C95-0EB5-2744-7E22-BA02C1E3E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ABF08-31CD-4791-926A-45ABC37AD7CA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128C58-DD8B-EBBC-224D-C7E7DD17C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F18B1D-820D-3A5A-5215-6CD99A044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F7EA0-1531-4B12-9FD2-2F3CE7F255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4019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F48EF-BC92-D68A-171E-46C39295C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1C2718-449A-3CB2-7CED-2323CD96F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ABF08-31CD-4791-926A-45ABC37AD7CA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A4773D-9882-2E31-1567-62112A735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74365-BC6B-4D71-B2EC-E40F2FB16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F7EA0-1531-4B12-9FD2-2F3CE7F255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98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A239CB-4EE8-D22C-41F1-A69848471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ABF08-31CD-4791-926A-45ABC37AD7CA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D762FE-1A2C-D355-F9F0-23FA56F7B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C0551B-330D-88A5-EE14-D77FD704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F7EA0-1531-4B12-9FD2-2F3CE7F255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4015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A2E8C-12AF-D45A-7FA4-673ED7612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7E4E4-8D30-DA90-53B2-3F5430D417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F79C3D-1F62-9861-3653-E2A518188C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A57BDB-5D42-7B71-0AC0-CA9560214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ABF08-31CD-4791-926A-45ABC37AD7CA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690261-376E-A4F9-FA8B-A59EFF5EB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DD08DD-17C0-8454-C930-2048F81DC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F7EA0-1531-4B12-9FD2-2F3CE7F255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826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6DD08-AD19-9E02-A59A-D9D199598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20A56D-2424-590D-FD06-C749AE7403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BC1EA7-D0AD-A9AF-6831-AF715CA16B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FC3C9-E0EF-3958-80D4-3AC44B7DE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ABF08-31CD-4791-926A-45ABC37AD7CA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80252E-E91F-033C-9F8F-FE76D71F6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888A66-FDD6-2F13-9A16-6EBC44C37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F7EA0-1531-4B12-9FD2-2F3CE7F255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03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D449B-D0BB-046E-DD7F-47F75C223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B1A08F-D5AC-E6EF-25A9-1B7B76895D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DC17A6-5473-6806-8D20-997207515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ABF08-31CD-4791-926A-45ABC37AD7CA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C88BE2-7DAF-DFDE-7169-476199C2C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CF8D5D-27D9-A693-5D40-FB0C05D60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F7EA0-1531-4B12-9FD2-2F3CE7F255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970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649FBC-9ADE-9205-C2CD-7C22A25B7B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69942D-0B29-9A8C-B3CE-0A505ECA22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A08B3A-89EA-D6C6-FD65-09DCCA1AA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ABF08-31CD-4791-926A-45ABC37AD7CA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9D66ED-FA1C-31B7-4445-0FFF5D105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96D9E0-1FEC-2968-09DF-4AE8C6FC2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F7EA0-1531-4B12-9FD2-2F3CE7F255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2767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6B9CC1-BA7B-5364-5C28-CA81E7A1E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CF308-65C6-C325-2F4D-ABDBBF737A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9628F-ED64-C4AF-6E6A-70680CBFED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7ABF08-31CD-4791-926A-45ABC37AD7CA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FCF3F-5F97-9A18-0A71-DC85E50203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181A44-F839-7D72-E905-E0FDBF83AA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7F7EA0-1531-4B12-9FD2-2F3CE7F255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9020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B68713-1394-995C-8B1B-7F2208A5A8C6}"/>
              </a:ext>
            </a:extLst>
          </p:cNvPr>
          <p:cNvSpPr txBox="1"/>
          <p:nvPr/>
        </p:nvSpPr>
        <p:spPr>
          <a:xfrm>
            <a:off x="258792" y="5805574"/>
            <a:ext cx="117146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This Transaction Monitoring Process is provided exclusively for the purpose of showcasing my professional skills of translating a regulatory requirement into a process. It does not necessarily represent, nor should it be interpreted as, the official processes, procedures, or practices in place at my former employer.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7530AD83-C116-E298-D92F-7F3B947DEA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40115328"/>
              </p:ext>
            </p:extLst>
          </p:nvPr>
        </p:nvGraphicFramePr>
        <p:xfrm>
          <a:off x="218536" y="0"/>
          <a:ext cx="11754928" cy="58055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15374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105</Words>
  <Application>Microsoft Office PowerPoint</Application>
  <PresentationFormat>Widescreen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Emmanuel PECCATTE</dc:creator>
  <cp:lastModifiedBy>Emmanuel PECCATTE</cp:lastModifiedBy>
  <cp:revision>2</cp:revision>
  <dcterms:created xsi:type="dcterms:W3CDTF">2026-02-19T16:45:17Z</dcterms:created>
  <dcterms:modified xsi:type="dcterms:W3CDTF">2026-02-19T17:28:01Z</dcterms:modified>
</cp:coreProperties>
</file>